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2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notesSlides/notesSlide7.xml" ContentType="application/vnd.openxmlformats-officedocument.presentationml.notesSlide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0"/>
  </p:notesMasterIdLst>
  <p:sldIdLst>
    <p:sldId id="257" r:id="rId2"/>
    <p:sldId id="358" r:id="rId3"/>
    <p:sldId id="258" r:id="rId4"/>
    <p:sldId id="357" r:id="rId5"/>
    <p:sldId id="361" r:id="rId6"/>
    <p:sldId id="363" r:id="rId7"/>
    <p:sldId id="365" r:id="rId8"/>
    <p:sldId id="367" r:id="rId9"/>
    <p:sldId id="364" r:id="rId10"/>
    <p:sldId id="368" r:id="rId11"/>
    <p:sldId id="369" r:id="rId12"/>
    <p:sldId id="370" r:id="rId13"/>
    <p:sldId id="371" r:id="rId14"/>
    <p:sldId id="372" r:id="rId15"/>
    <p:sldId id="373" r:id="rId16"/>
    <p:sldId id="374" r:id="rId17"/>
    <p:sldId id="375" r:id="rId18"/>
    <p:sldId id="376" r:id="rId19"/>
    <p:sldId id="377" r:id="rId20"/>
    <p:sldId id="378" r:id="rId21"/>
    <p:sldId id="380" r:id="rId22"/>
    <p:sldId id="381" r:id="rId23"/>
    <p:sldId id="382" r:id="rId24"/>
    <p:sldId id="383" r:id="rId25"/>
    <p:sldId id="384" r:id="rId26"/>
    <p:sldId id="385" r:id="rId27"/>
    <p:sldId id="386" r:id="rId28"/>
    <p:sldId id="389" r:id="rId29"/>
    <p:sldId id="390" r:id="rId30"/>
    <p:sldId id="391" r:id="rId31"/>
    <p:sldId id="392" r:id="rId32"/>
    <p:sldId id="393" r:id="rId33"/>
    <p:sldId id="394" r:id="rId34"/>
    <p:sldId id="395" r:id="rId35"/>
    <p:sldId id="396" r:id="rId36"/>
    <p:sldId id="397" r:id="rId37"/>
    <p:sldId id="281" r:id="rId38"/>
    <p:sldId id="351" r:id="rId39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11" autoAdjust="0"/>
    <p:restoredTop sz="94660"/>
  </p:normalViewPr>
  <p:slideViewPr>
    <p:cSldViewPr snapToGrid="0">
      <p:cViewPr varScale="1">
        <p:scale>
          <a:sx n="100" d="100"/>
          <a:sy n="100" d="100"/>
        </p:scale>
        <p:origin x="452" y="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diagrams/_rels/data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hyperlink" Target="https://es.wikipedia.org/wiki/Archivo:Qwen_logo.svg" TargetMode="External"/><Relationship Id="rId1" Type="http://schemas.openxmlformats.org/officeDocument/2006/relationships/image" Target="../media/image10.png"/><Relationship Id="rId6" Type="http://schemas.openxmlformats.org/officeDocument/2006/relationships/hyperlink" Target="https://huggingface.co/blog/zh/gemma" TargetMode="External"/><Relationship Id="rId5" Type="http://schemas.openxmlformats.org/officeDocument/2006/relationships/image" Target="../media/image12.png"/><Relationship Id="rId4" Type="http://schemas.openxmlformats.org/officeDocument/2006/relationships/hyperlink" Target="https://llmbase.ai/compare/glm-5-2,solar-pro4/" TargetMode="External"/></Relationships>
</file>

<file path=ppt/diagrams/_rels/drawing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hyperlink" Target="https://es.wikipedia.org/wiki/Archivo:Qwen_logo.svg" TargetMode="External"/><Relationship Id="rId1" Type="http://schemas.openxmlformats.org/officeDocument/2006/relationships/image" Target="../media/image10.png"/><Relationship Id="rId6" Type="http://schemas.openxmlformats.org/officeDocument/2006/relationships/hyperlink" Target="https://huggingface.co/blog/zh/gemma" TargetMode="External"/><Relationship Id="rId5" Type="http://schemas.openxmlformats.org/officeDocument/2006/relationships/image" Target="../media/image12.png"/><Relationship Id="rId4" Type="http://schemas.openxmlformats.org/officeDocument/2006/relationships/hyperlink" Target="https://llmbase.ai/compare/glm-5-2,solar-pro4/" TargetMode="Externa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#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0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1NoLn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tNode1NoLn">
    <dgm:fillClrLst meth="repeat">
      <a:schemeClr val="accent2">
        <a:tint val="75000"/>
      </a:schemeClr>
      <a:schemeClr val="accent3">
        <a:tint val="75000"/>
      </a:schemeClr>
      <a:schemeClr val="accent4">
        <a:tint val="75000"/>
      </a:schemeClr>
      <a:schemeClr val="accent5">
        <a:tint val="75000"/>
      </a:schemeClr>
      <a:schemeClr val="accent6">
        <a:tint val="75000"/>
      </a:schemeClr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2NoLn">
    <dgm:fillClrLst>
      <a:schemeClr val="accent2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NoLn">
    <dgm:fillClrLst>
      <a:schemeClr val="accent3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NoLn">
    <dgm:fillClrLst>
      <a:schemeClr val="accent4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revTxLt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/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0_3#1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0NoLn">
    <dgm:fillClrLst meth="repeat">
      <a:schemeClr val="dk2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1NoLn">
    <dgm:fillClrLst meth="repeat">
      <a:schemeClr val="dk2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tNode1NoLn">
    <dgm:fillClrLst meth="repeat">
      <a:schemeClr val="dk2">
        <a:tint val="75000"/>
      </a:schemeClr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2NoLn">
    <dgm:fillClrLst meth="repeat">
      <a:schemeClr val="dk2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NoLn">
    <dgm:fillClrLst meth="repeat">
      <a:schemeClr val="dk2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NoLn">
    <dgm:fillClrLst meth="repeat">
      <a:schemeClr val="dk2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revTxLt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/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1#2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0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1NoLn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tNode1NoLn">
    <dgm:fillClrLst meth="repeat">
      <a:schemeClr val="accent2">
        <a:tint val="75000"/>
      </a:schemeClr>
      <a:schemeClr val="accent3">
        <a:tint val="75000"/>
      </a:schemeClr>
      <a:schemeClr val="accent4">
        <a:tint val="75000"/>
      </a:schemeClr>
      <a:schemeClr val="accent5">
        <a:tint val="75000"/>
      </a:schemeClr>
      <a:schemeClr val="accent6">
        <a:tint val="75000"/>
      </a:schemeClr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2NoLn">
    <dgm:fillClrLst>
      <a:schemeClr val="accent2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NoLn">
    <dgm:fillClrLst>
      <a:schemeClr val="accent3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NoLn">
    <dgm:fillClrLst>
      <a:schemeClr val="accent4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revTxLt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/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1#3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0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1NoLn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tNode1NoLn">
    <dgm:fillClrLst meth="repeat">
      <a:schemeClr val="accent2">
        <a:tint val="75000"/>
      </a:schemeClr>
      <a:schemeClr val="accent3">
        <a:tint val="75000"/>
      </a:schemeClr>
      <a:schemeClr val="accent4">
        <a:tint val="75000"/>
      </a:schemeClr>
      <a:schemeClr val="accent5">
        <a:tint val="75000"/>
      </a:schemeClr>
      <a:schemeClr val="accent6">
        <a:tint val="75000"/>
      </a:schemeClr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2NoLn">
    <dgm:fillClrLst>
      <a:schemeClr val="accent2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NoLn">
    <dgm:fillClrLst>
      <a:schemeClr val="accent3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NoLn">
    <dgm:fillClrLst>
      <a:schemeClr val="accent4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revTxLt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/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colorful5#1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0NoLn">
    <dgm:fillClrLst meth="repeat">
      <a:schemeClr val="accent4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1NoLn">
    <dgm:fillClrLst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tNode1NoLn">
    <dgm:fillClrLst>
      <a:schemeClr val="accent5">
        <a:tint val="75000"/>
      </a:schemeClr>
      <a:schemeClr val="accent6">
        <a:tint val="75000"/>
      </a:schemeClr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2NoLn">
    <dgm:fillClrLst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NoLn">
    <dgm:fillClrLst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NoLn">
    <dgm:fillClrLst>
      <a:schemeClr val="accent2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revTxLt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/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colorful1#4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0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1NoLn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tNode1NoLn">
    <dgm:fillClrLst meth="repeat">
      <a:schemeClr val="accent2">
        <a:tint val="75000"/>
      </a:schemeClr>
      <a:schemeClr val="accent3">
        <a:tint val="75000"/>
      </a:schemeClr>
      <a:schemeClr val="accent4">
        <a:tint val="75000"/>
      </a:schemeClr>
      <a:schemeClr val="accent5">
        <a:tint val="75000"/>
      </a:schemeClr>
      <a:schemeClr val="accent6">
        <a:tint val="75000"/>
      </a:schemeClr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2NoLn">
    <dgm:fillClrLst>
      <a:schemeClr val="accent2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NoLn">
    <dgm:fillClrLst>
      <a:schemeClr val="accent3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NoLn">
    <dgm:fillClrLst>
      <a:schemeClr val="accent4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revTxLt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/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colorful1#5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0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1NoLn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tNode1NoLn">
    <dgm:fillClrLst meth="repeat">
      <a:schemeClr val="accent2">
        <a:tint val="75000"/>
      </a:schemeClr>
      <a:schemeClr val="accent3">
        <a:tint val="75000"/>
      </a:schemeClr>
      <a:schemeClr val="accent4">
        <a:tint val="75000"/>
      </a:schemeClr>
      <a:schemeClr val="accent5">
        <a:tint val="75000"/>
      </a:schemeClr>
      <a:schemeClr val="accent6">
        <a:tint val="75000"/>
      </a:schemeClr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2NoLn">
    <dgm:fillClrLst>
      <a:schemeClr val="accent2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NoLn">
    <dgm:fillClrLst>
      <a:schemeClr val="accent3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NoLn">
    <dgm:fillClrLst>
      <a:schemeClr val="accent4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revTxLt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/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EA996691-5FA3-4E5C-AD36-6470154DD51C}" type="doc">
      <dgm:prSet loTypeId="urn:microsoft.com/office/officeart/2005/8/layout/cycle6" loCatId="relationship" qsTypeId="urn:microsoft.com/office/officeart/2005/8/quickstyle/simple1#1" qsCatId="simple" csTypeId="urn:microsoft.com/office/officeart/2005/8/colors/colorful1#1" csCatId="colorful" phldr="1"/>
      <dgm:spPr/>
      <dgm:t>
        <a:bodyPr/>
        <a:lstStyle/>
        <a:p>
          <a:endParaRPr lang="fr-FR"/>
        </a:p>
      </dgm:t>
    </dgm:pt>
    <dgm:pt modelId="{E07D742B-D6B6-42D3-8998-E769A861A744}">
      <dgm:prSet/>
      <dgm:spPr/>
      <dgm:t>
        <a:bodyPr/>
        <a:lstStyle/>
        <a:p>
          <a:r>
            <a:rPr lang="fr-FR"/>
            <a:t>Document and chart understanding</a:t>
          </a:r>
        </a:p>
      </dgm:t>
    </dgm:pt>
    <dgm:pt modelId="{50DEFC4B-DE8B-4E48-9EB4-98B1D0E5CC9B}" type="parTrans" cxnId="{D9443F8B-A6E3-4C6E-9AFF-F6DE9DC8227E}">
      <dgm:prSet/>
      <dgm:spPr/>
      <dgm:t>
        <a:bodyPr/>
        <a:lstStyle/>
        <a:p>
          <a:endParaRPr lang="fr-FR"/>
        </a:p>
      </dgm:t>
    </dgm:pt>
    <dgm:pt modelId="{B4C92ED7-88A9-4998-83CD-2DF7930854F9}" type="sibTrans" cxnId="{D9443F8B-A6E3-4C6E-9AFF-F6DE9DC8227E}">
      <dgm:prSet/>
      <dgm:spPr/>
      <dgm:t>
        <a:bodyPr/>
        <a:lstStyle/>
        <a:p>
          <a:endParaRPr lang="fr-FR"/>
        </a:p>
      </dgm:t>
    </dgm:pt>
    <dgm:pt modelId="{58FEA510-3988-4043-A717-F4F21AF84AC7}">
      <dgm:prSet/>
      <dgm:spPr/>
      <dgm:t>
        <a:bodyPr/>
        <a:lstStyle/>
        <a:p>
          <a:r>
            <a:rPr lang="fr-FR" b="0" dirty="0"/>
            <a:t>Format transduction. </a:t>
          </a:r>
          <a:endParaRPr lang="fr-FR" dirty="0"/>
        </a:p>
      </dgm:t>
    </dgm:pt>
    <dgm:pt modelId="{BA0740B2-27D0-4001-9531-9BFD3A86571A}" type="parTrans" cxnId="{54866A84-A3BD-4547-9886-A193F220968D}">
      <dgm:prSet/>
      <dgm:spPr/>
      <dgm:t>
        <a:bodyPr/>
        <a:lstStyle/>
        <a:p>
          <a:endParaRPr lang="fr-FR"/>
        </a:p>
      </dgm:t>
    </dgm:pt>
    <dgm:pt modelId="{08B384EE-BC24-4B37-8A6E-557FC3900D7A}" type="sibTrans" cxnId="{54866A84-A3BD-4547-9886-A193F220968D}">
      <dgm:prSet/>
      <dgm:spPr/>
      <dgm:t>
        <a:bodyPr/>
        <a:lstStyle/>
        <a:p>
          <a:endParaRPr lang="fr-FR"/>
        </a:p>
      </dgm:t>
    </dgm:pt>
    <dgm:pt modelId="{BAC19E74-E2BC-4550-8A5F-2226545B7926}">
      <dgm:prSet/>
      <dgm:spPr/>
      <dgm:t>
        <a:bodyPr/>
        <a:lstStyle/>
        <a:p>
          <a:r>
            <a:rPr lang="fr-FR" dirty="0"/>
            <a:t>…</a:t>
          </a:r>
        </a:p>
      </dgm:t>
    </dgm:pt>
    <dgm:pt modelId="{48E9866F-C28C-4D5F-BA8A-40FC534728C5}" type="parTrans" cxnId="{6C40BFFF-B506-47CE-A4A3-05B90FE7940B}">
      <dgm:prSet/>
      <dgm:spPr/>
      <dgm:t>
        <a:bodyPr/>
        <a:lstStyle/>
        <a:p>
          <a:endParaRPr lang="fr-FR"/>
        </a:p>
      </dgm:t>
    </dgm:pt>
    <dgm:pt modelId="{0B09E971-C216-4D7B-BBAA-EAD93EC53643}" type="sibTrans" cxnId="{6C40BFFF-B506-47CE-A4A3-05B90FE7940B}">
      <dgm:prSet/>
      <dgm:spPr/>
      <dgm:t>
        <a:bodyPr/>
        <a:lstStyle/>
        <a:p>
          <a:endParaRPr lang="fr-FR"/>
        </a:p>
      </dgm:t>
    </dgm:pt>
    <dgm:pt modelId="{CF5146F4-59A5-4143-9342-FA6CF6560BD2}">
      <dgm:prSet/>
      <dgm:spPr/>
      <dgm:t>
        <a:bodyPr/>
        <a:lstStyle/>
        <a:p>
          <a:r>
            <a:rPr lang="fr-FR" dirty="0"/>
            <a:t>Bulk </a:t>
          </a:r>
          <a:r>
            <a:rPr lang="fr-FR" dirty="0" err="1"/>
            <a:t>semantic</a:t>
          </a:r>
          <a:r>
            <a:rPr lang="fr-FR" dirty="0"/>
            <a:t> annotation.</a:t>
          </a:r>
        </a:p>
      </dgm:t>
    </dgm:pt>
    <dgm:pt modelId="{0D179F39-5B70-4977-8B83-1172BAFB5716}" type="parTrans" cxnId="{01AC0352-5FE1-45A4-944D-9E0B7CCD9C05}">
      <dgm:prSet/>
      <dgm:spPr/>
      <dgm:t>
        <a:bodyPr/>
        <a:lstStyle/>
        <a:p>
          <a:endParaRPr lang="fr-FR"/>
        </a:p>
      </dgm:t>
    </dgm:pt>
    <dgm:pt modelId="{406C2AA8-3E41-4D1E-8212-CE4F721943FA}" type="sibTrans" cxnId="{01AC0352-5FE1-45A4-944D-9E0B7CCD9C05}">
      <dgm:prSet/>
      <dgm:spPr/>
      <dgm:t>
        <a:bodyPr/>
        <a:lstStyle/>
        <a:p>
          <a:endParaRPr lang="fr-FR"/>
        </a:p>
      </dgm:t>
    </dgm:pt>
    <dgm:pt modelId="{1FA4D411-9727-44E5-A8F2-F7A4A9AAECB3}">
      <dgm:prSet/>
      <dgm:spPr/>
      <dgm:t>
        <a:bodyPr/>
        <a:lstStyle/>
        <a:p>
          <a:r>
            <a:rPr lang="fr-FR"/>
            <a:t>GUI Navigation</a:t>
          </a:r>
          <a:endParaRPr lang="fr-FR" dirty="0"/>
        </a:p>
      </dgm:t>
    </dgm:pt>
    <dgm:pt modelId="{7032319A-F861-4D63-A325-A479F83BF208}" type="parTrans" cxnId="{4DD0DF7C-90E5-4F08-A945-04311B16CB5A}">
      <dgm:prSet/>
      <dgm:spPr/>
      <dgm:t>
        <a:bodyPr/>
        <a:lstStyle/>
        <a:p>
          <a:endParaRPr lang="fr-FR"/>
        </a:p>
      </dgm:t>
    </dgm:pt>
    <dgm:pt modelId="{F6BB49D3-4E52-4608-9E26-C092DC03D80A}" type="sibTrans" cxnId="{4DD0DF7C-90E5-4F08-A945-04311B16CB5A}">
      <dgm:prSet/>
      <dgm:spPr/>
      <dgm:t>
        <a:bodyPr/>
        <a:lstStyle/>
        <a:p>
          <a:endParaRPr lang="fr-FR"/>
        </a:p>
      </dgm:t>
    </dgm:pt>
    <dgm:pt modelId="{18482C4C-E7F5-42CF-A26D-AE67C1084514}" type="pres">
      <dgm:prSet presAssocID="{EA996691-5FA3-4E5C-AD36-6470154DD51C}" presName="cycle" presStyleCnt="0">
        <dgm:presLayoutVars>
          <dgm:dir/>
          <dgm:resizeHandles val="exact"/>
        </dgm:presLayoutVars>
      </dgm:prSet>
      <dgm:spPr/>
    </dgm:pt>
    <dgm:pt modelId="{9B713942-18CF-48F8-9847-09B4A5711741}" type="pres">
      <dgm:prSet presAssocID="{E07D742B-D6B6-42D3-8998-E769A861A744}" presName="node" presStyleLbl="node1" presStyleIdx="0" presStyleCnt="5">
        <dgm:presLayoutVars>
          <dgm:bulletEnabled val="1"/>
        </dgm:presLayoutVars>
      </dgm:prSet>
      <dgm:spPr/>
    </dgm:pt>
    <dgm:pt modelId="{BDB45B6C-91B8-4F95-8031-A68EA41A9856}" type="pres">
      <dgm:prSet presAssocID="{E07D742B-D6B6-42D3-8998-E769A861A744}" presName="spNode" presStyleCnt="0"/>
      <dgm:spPr/>
    </dgm:pt>
    <dgm:pt modelId="{454CA8BA-7353-4D0B-A717-DF3C42D93704}" type="pres">
      <dgm:prSet presAssocID="{B4C92ED7-88A9-4998-83CD-2DF7930854F9}" presName="sibTrans" presStyleLbl="sibTrans1D1" presStyleIdx="0" presStyleCnt="5"/>
      <dgm:spPr/>
    </dgm:pt>
    <dgm:pt modelId="{EC770FED-E2B5-4562-8A1A-17100B421997}" type="pres">
      <dgm:prSet presAssocID="{58FEA510-3988-4043-A717-F4F21AF84AC7}" presName="node" presStyleLbl="node1" presStyleIdx="1" presStyleCnt="5">
        <dgm:presLayoutVars>
          <dgm:bulletEnabled val="1"/>
        </dgm:presLayoutVars>
      </dgm:prSet>
      <dgm:spPr/>
    </dgm:pt>
    <dgm:pt modelId="{B8BD9DAB-72DB-444C-9369-173BE77B176F}" type="pres">
      <dgm:prSet presAssocID="{58FEA510-3988-4043-A717-F4F21AF84AC7}" presName="spNode" presStyleCnt="0"/>
      <dgm:spPr/>
    </dgm:pt>
    <dgm:pt modelId="{EA15ECC6-504F-4544-A9E5-55C548AE05D6}" type="pres">
      <dgm:prSet presAssocID="{08B384EE-BC24-4B37-8A6E-557FC3900D7A}" presName="sibTrans" presStyleLbl="sibTrans1D1" presStyleIdx="1" presStyleCnt="5"/>
      <dgm:spPr/>
    </dgm:pt>
    <dgm:pt modelId="{7B367D12-381A-4B77-8E1C-BA3996A57BE6}" type="pres">
      <dgm:prSet presAssocID="{BAC19E74-E2BC-4550-8A5F-2226545B7926}" presName="node" presStyleLbl="node1" presStyleIdx="2" presStyleCnt="5">
        <dgm:presLayoutVars>
          <dgm:bulletEnabled val="1"/>
        </dgm:presLayoutVars>
      </dgm:prSet>
      <dgm:spPr/>
    </dgm:pt>
    <dgm:pt modelId="{92EC1CC4-9429-4A2D-B67A-230553904957}" type="pres">
      <dgm:prSet presAssocID="{BAC19E74-E2BC-4550-8A5F-2226545B7926}" presName="spNode" presStyleCnt="0"/>
      <dgm:spPr/>
    </dgm:pt>
    <dgm:pt modelId="{A3714D35-5D16-4C05-B1DD-E0CA2AFF0931}" type="pres">
      <dgm:prSet presAssocID="{0B09E971-C216-4D7B-BBAA-EAD93EC53643}" presName="sibTrans" presStyleLbl="sibTrans1D1" presStyleIdx="2" presStyleCnt="5"/>
      <dgm:spPr/>
    </dgm:pt>
    <dgm:pt modelId="{C8F6D6D7-D272-4B95-B9FB-CE1738E3C473}" type="pres">
      <dgm:prSet presAssocID="{1FA4D411-9727-44E5-A8F2-F7A4A9AAECB3}" presName="node" presStyleLbl="node1" presStyleIdx="3" presStyleCnt="5">
        <dgm:presLayoutVars>
          <dgm:bulletEnabled val="1"/>
        </dgm:presLayoutVars>
      </dgm:prSet>
      <dgm:spPr/>
    </dgm:pt>
    <dgm:pt modelId="{1A153842-5D6D-4828-A421-56776C6E3218}" type="pres">
      <dgm:prSet presAssocID="{1FA4D411-9727-44E5-A8F2-F7A4A9AAECB3}" presName="spNode" presStyleCnt="0"/>
      <dgm:spPr/>
    </dgm:pt>
    <dgm:pt modelId="{40D7B12E-872D-4CE3-A804-0122EEC92984}" type="pres">
      <dgm:prSet presAssocID="{F6BB49D3-4E52-4608-9E26-C092DC03D80A}" presName="sibTrans" presStyleLbl="sibTrans1D1" presStyleIdx="3" presStyleCnt="5"/>
      <dgm:spPr/>
    </dgm:pt>
    <dgm:pt modelId="{CBB23ED0-9ED2-4490-833E-E629AD0D3DCE}" type="pres">
      <dgm:prSet presAssocID="{CF5146F4-59A5-4143-9342-FA6CF6560BD2}" presName="node" presStyleLbl="node1" presStyleIdx="4" presStyleCnt="5">
        <dgm:presLayoutVars>
          <dgm:bulletEnabled val="1"/>
        </dgm:presLayoutVars>
      </dgm:prSet>
      <dgm:spPr/>
    </dgm:pt>
    <dgm:pt modelId="{2FE7B1BB-201A-4ACC-8128-D635B7808D6C}" type="pres">
      <dgm:prSet presAssocID="{CF5146F4-59A5-4143-9342-FA6CF6560BD2}" presName="spNode" presStyleCnt="0"/>
      <dgm:spPr/>
    </dgm:pt>
    <dgm:pt modelId="{87EFB452-9296-48D4-9FBF-5AAF55B1D211}" type="pres">
      <dgm:prSet presAssocID="{406C2AA8-3E41-4D1E-8212-CE4F721943FA}" presName="sibTrans" presStyleLbl="sibTrans1D1" presStyleIdx="4" presStyleCnt="5"/>
      <dgm:spPr/>
    </dgm:pt>
  </dgm:ptLst>
  <dgm:cxnLst>
    <dgm:cxn modelId="{6F142F39-23E0-4321-A49C-F92EC8332C25}" type="presOf" srcId="{E07D742B-D6B6-42D3-8998-E769A861A744}" destId="{9B713942-18CF-48F8-9847-09B4A5711741}" srcOrd="0" destOrd="0" presId="urn:microsoft.com/office/officeart/2005/8/layout/cycle6"/>
    <dgm:cxn modelId="{5F19F868-6264-4FBF-A119-C9D0BF7936D5}" type="presOf" srcId="{0B09E971-C216-4D7B-BBAA-EAD93EC53643}" destId="{A3714D35-5D16-4C05-B1DD-E0CA2AFF0931}" srcOrd="0" destOrd="0" presId="urn:microsoft.com/office/officeart/2005/8/layout/cycle6"/>
    <dgm:cxn modelId="{01AC0352-5FE1-45A4-944D-9E0B7CCD9C05}" srcId="{EA996691-5FA3-4E5C-AD36-6470154DD51C}" destId="{CF5146F4-59A5-4143-9342-FA6CF6560BD2}" srcOrd="4" destOrd="0" parTransId="{0D179F39-5B70-4977-8B83-1172BAFB5716}" sibTransId="{406C2AA8-3E41-4D1E-8212-CE4F721943FA}"/>
    <dgm:cxn modelId="{4DD0DF7C-90E5-4F08-A945-04311B16CB5A}" srcId="{EA996691-5FA3-4E5C-AD36-6470154DD51C}" destId="{1FA4D411-9727-44E5-A8F2-F7A4A9AAECB3}" srcOrd="3" destOrd="0" parTransId="{7032319A-F861-4D63-A325-A479F83BF208}" sibTransId="{F6BB49D3-4E52-4608-9E26-C092DC03D80A}"/>
    <dgm:cxn modelId="{7B135281-1B37-4144-945C-133EB112438C}" type="presOf" srcId="{1FA4D411-9727-44E5-A8F2-F7A4A9AAECB3}" destId="{C8F6D6D7-D272-4B95-B9FB-CE1738E3C473}" srcOrd="0" destOrd="0" presId="urn:microsoft.com/office/officeart/2005/8/layout/cycle6"/>
    <dgm:cxn modelId="{54866A84-A3BD-4547-9886-A193F220968D}" srcId="{EA996691-5FA3-4E5C-AD36-6470154DD51C}" destId="{58FEA510-3988-4043-A717-F4F21AF84AC7}" srcOrd="1" destOrd="0" parTransId="{BA0740B2-27D0-4001-9531-9BFD3A86571A}" sibTransId="{08B384EE-BC24-4B37-8A6E-557FC3900D7A}"/>
    <dgm:cxn modelId="{D9443F8B-A6E3-4C6E-9AFF-F6DE9DC8227E}" srcId="{EA996691-5FA3-4E5C-AD36-6470154DD51C}" destId="{E07D742B-D6B6-42D3-8998-E769A861A744}" srcOrd="0" destOrd="0" parTransId="{50DEFC4B-DE8B-4E48-9EB4-98B1D0E5CC9B}" sibTransId="{B4C92ED7-88A9-4998-83CD-2DF7930854F9}"/>
    <dgm:cxn modelId="{7054F18D-0358-4043-A75A-D638C6A1A74A}" type="presOf" srcId="{58FEA510-3988-4043-A717-F4F21AF84AC7}" destId="{EC770FED-E2B5-4562-8A1A-17100B421997}" srcOrd="0" destOrd="0" presId="urn:microsoft.com/office/officeart/2005/8/layout/cycle6"/>
    <dgm:cxn modelId="{63B71897-0D42-4968-AA00-FAB12EB49227}" type="presOf" srcId="{08B384EE-BC24-4B37-8A6E-557FC3900D7A}" destId="{EA15ECC6-504F-4544-A9E5-55C548AE05D6}" srcOrd="0" destOrd="0" presId="urn:microsoft.com/office/officeart/2005/8/layout/cycle6"/>
    <dgm:cxn modelId="{A8C5C9A2-85F1-494E-8DD6-C5A1ADA7F429}" type="presOf" srcId="{BAC19E74-E2BC-4550-8A5F-2226545B7926}" destId="{7B367D12-381A-4B77-8E1C-BA3996A57BE6}" srcOrd="0" destOrd="0" presId="urn:microsoft.com/office/officeart/2005/8/layout/cycle6"/>
    <dgm:cxn modelId="{BC8092C6-6F20-4560-B30B-625723456254}" type="presOf" srcId="{CF5146F4-59A5-4143-9342-FA6CF6560BD2}" destId="{CBB23ED0-9ED2-4490-833E-E629AD0D3DCE}" srcOrd="0" destOrd="0" presId="urn:microsoft.com/office/officeart/2005/8/layout/cycle6"/>
    <dgm:cxn modelId="{04FECBDC-8569-4A72-B0DB-1EFE4ED15382}" type="presOf" srcId="{EA996691-5FA3-4E5C-AD36-6470154DD51C}" destId="{18482C4C-E7F5-42CF-A26D-AE67C1084514}" srcOrd="0" destOrd="0" presId="urn:microsoft.com/office/officeart/2005/8/layout/cycle6"/>
    <dgm:cxn modelId="{B3CE5EDF-EE1E-43D8-A3D0-5FC1675626E5}" type="presOf" srcId="{F6BB49D3-4E52-4608-9E26-C092DC03D80A}" destId="{40D7B12E-872D-4CE3-A804-0122EEC92984}" srcOrd="0" destOrd="0" presId="urn:microsoft.com/office/officeart/2005/8/layout/cycle6"/>
    <dgm:cxn modelId="{C11C65EF-0BE1-4A49-B549-351A93A19D2A}" type="presOf" srcId="{B4C92ED7-88A9-4998-83CD-2DF7930854F9}" destId="{454CA8BA-7353-4D0B-A717-DF3C42D93704}" srcOrd="0" destOrd="0" presId="urn:microsoft.com/office/officeart/2005/8/layout/cycle6"/>
    <dgm:cxn modelId="{7474E1FC-BE19-41F4-9A31-3977169C3071}" type="presOf" srcId="{406C2AA8-3E41-4D1E-8212-CE4F721943FA}" destId="{87EFB452-9296-48D4-9FBF-5AAF55B1D211}" srcOrd="0" destOrd="0" presId="urn:microsoft.com/office/officeart/2005/8/layout/cycle6"/>
    <dgm:cxn modelId="{6C40BFFF-B506-47CE-A4A3-05B90FE7940B}" srcId="{EA996691-5FA3-4E5C-AD36-6470154DD51C}" destId="{BAC19E74-E2BC-4550-8A5F-2226545B7926}" srcOrd="2" destOrd="0" parTransId="{48E9866F-C28C-4D5F-BA8A-40FC534728C5}" sibTransId="{0B09E971-C216-4D7B-BBAA-EAD93EC53643}"/>
    <dgm:cxn modelId="{5BAC439C-B822-4932-9E72-A7AA455076D8}" type="presParOf" srcId="{18482C4C-E7F5-42CF-A26D-AE67C1084514}" destId="{9B713942-18CF-48F8-9847-09B4A5711741}" srcOrd="0" destOrd="0" presId="urn:microsoft.com/office/officeart/2005/8/layout/cycle6"/>
    <dgm:cxn modelId="{EA4E04D6-3142-4E2B-AB3A-52AE430581CA}" type="presParOf" srcId="{18482C4C-E7F5-42CF-A26D-AE67C1084514}" destId="{BDB45B6C-91B8-4F95-8031-A68EA41A9856}" srcOrd="1" destOrd="0" presId="urn:microsoft.com/office/officeart/2005/8/layout/cycle6"/>
    <dgm:cxn modelId="{DD3CB41B-6DE9-4C49-AB85-A7A68E6A8A91}" type="presParOf" srcId="{18482C4C-E7F5-42CF-A26D-AE67C1084514}" destId="{454CA8BA-7353-4D0B-A717-DF3C42D93704}" srcOrd="2" destOrd="0" presId="urn:microsoft.com/office/officeart/2005/8/layout/cycle6"/>
    <dgm:cxn modelId="{CA642A3A-B57C-4EAE-981A-0C98CF017576}" type="presParOf" srcId="{18482C4C-E7F5-42CF-A26D-AE67C1084514}" destId="{EC770FED-E2B5-4562-8A1A-17100B421997}" srcOrd="3" destOrd="0" presId="urn:microsoft.com/office/officeart/2005/8/layout/cycle6"/>
    <dgm:cxn modelId="{7287C86C-119B-43EE-8EE2-31FD5E6C5E07}" type="presParOf" srcId="{18482C4C-E7F5-42CF-A26D-AE67C1084514}" destId="{B8BD9DAB-72DB-444C-9369-173BE77B176F}" srcOrd="4" destOrd="0" presId="urn:microsoft.com/office/officeart/2005/8/layout/cycle6"/>
    <dgm:cxn modelId="{6DF680DC-F9A7-475E-A221-0759C0E8A940}" type="presParOf" srcId="{18482C4C-E7F5-42CF-A26D-AE67C1084514}" destId="{EA15ECC6-504F-4544-A9E5-55C548AE05D6}" srcOrd="5" destOrd="0" presId="urn:microsoft.com/office/officeart/2005/8/layout/cycle6"/>
    <dgm:cxn modelId="{C5364C29-8F92-4D92-A3AB-29C88E7DB3AB}" type="presParOf" srcId="{18482C4C-E7F5-42CF-A26D-AE67C1084514}" destId="{7B367D12-381A-4B77-8E1C-BA3996A57BE6}" srcOrd="6" destOrd="0" presId="urn:microsoft.com/office/officeart/2005/8/layout/cycle6"/>
    <dgm:cxn modelId="{79B3FC0C-BCB8-4849-843B-034D4426A780}" type="presParOf" srcId="{18482C4C-E7F5-42CF-A26D-AE67C1084514}" destId="{92EC1CC4-9429-4A2D-B67A-230553904957}" srcOrd="7" destOrd="0" presId="urn:microsoft.com/office/officeart/2005/8/layout/cycle6"/>
    <dgm:cxn modelId="{214F0CDE-C3F1-40D7-8C3E-A4F5551D27C9}" type="presParOf" srcId="{18482C4C-E7F5-42CF-A26D-AE67C1084514}" destId="{A3714D35-5D16-4C05-B1DD-E0CA2AFF0931}" srcOrd="8" destOrd="0" presId="urn:microsoft.com/office/officeart/2005/8/layout/cycle6"/>
    <dgm:cxn modelId="{69678AC7-7E93-4F43-BF04-1C46AAA351D1}" type="presParOf" srcId="{18482C4C-E7F5-42CF-A26D-AE67C1084514}" destId="{C8F6D6D7-D272-4B95-B9FB-CE1738E3C473}" srcOrd="9" destOrd="0" presId="urn:microsoft.com/office/officeart/2005/8/layout/cycle6"/>
    <dgm:cxn modelId="{76D2D0FA-0EA2-4118-8366-0605A4E461C2}" type="presParOf" srcId="{18482C4C-E7F5-42CF-A26D-AE67C1084514}" destId="{1A153842-5D6D-4828-A421-56776C6E3218}" srcOrd="10" destOrd="0" presId="urn:microsoft.com/office/officeart/2005/8/layout/cycle6"/>
    <dgm:cxn modelId="{10BA07F5-B851-4B88-BE6E-CF84A5FCAA44}" type="presParOf" srcId="{18482C4C-E7F5-42CF-A26D-AE67C1084514}" destId="{40D7B12E-872D-4CE3-A804-0122EEC92984}" srcOrd="11" destOrd="0" presId="urn:microsoft.com/office/officeart/2005/8/layout/cycle6"/>
    <dgm:cxn modelId="{3A66CE58-0906-468E-A603-13B672694F41}" type="presParOf" srcId="{18482C4C-E7F5-42CF-A26D-AE67C1084514}" destId="{CBB23ED0-9ED2-4490-833E-E629AD0D3DCE}" srcOrd="12" destOrd="0" presId="urn:microsoft.com/office/officeart/2005/8/layout/cycle6"/>
    <dgm:cxn modelId="{DBECE2A5-8519-4078-ADE3-A6D2FD71A710}" type="presParOf" srcId="{18482C4C-E7F5-42CF-A26D-AE67C1084514}" destId="{2FE7B1BB-201A-4ACC-8128-D635B7808D6C}" srcOrd="13" destOrd="0" presId="urn:microsoft.com/office/officeart/2005/8/layout/cycle6"/>
    <dgm:cxn modelId="{DE7835B6-1057-46BB-B2C3-F44FB9AD9528}" type="presParOf" srcId="{18482C4C-E7F5-42CF-A26D-AE67C1084514}" destId="{87EFB452-9296-48D4-9FBF-5AAF55B1D211}" srcOrd="14" destOrd="0" presId="urn:microsoft.com/office/officeart/2005/8/layout/cycle6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2472396E-E833-4AF9-8EFE-1B3B71E3E14A}" type="doc">
      <dgm:prSet loTypeId="urn:microsoft.com/office/officeart/2005/8/layout/default" loCatId="list" qsTypeId="urn:microsoft.com/office/officeart/2005/8/quickstyle/simple1#2" qsCatId="simple" csTypeId="urn:microsoft.com/office/officeart/2005/8/colors/accent0_3#1" csCatId="mainScheme" phldr="1"/>
      <dgm:spPr/>
      <dgm:t>
        <a:bodyPr/>
        <a:lstStyle/>
        <a:p>
          <a:endParaRPr lang="fr-FR"/>
        </a:p>
      </dgm:t>
    </dgm:pt>
    <dgm:pt modelId="{4BF2CD49-482B-47D7-B693-90237E5334EA}">
      <dgm:prSet phldrT="[Texte]" phldr="0"/>
      <dgm:spPr/>
      <dgm:t>
        <a:bodyPr/>
        <a:lstStyle/>
        <a:p>
          <a:r>
            <a:rPr lang="fr-FR" dirty="0" err="1"/>
            <a:t>MLLMs</a:t>
          </a:r>
          <a:endParaRPr lang="fr-FR" dirty="0"/>
        </a:p>
      </dgm:t>
    </dgm:pt>
    <dgm:pt modelId="{E286C222-82BD-4687-B38D-02BC694CD15D}" type="parTrans" cxnId="{4F8C2092-676A-4F68-8AAB-71CD66222BE6}">
      <dgm:prSet/>
      <dgm:spPr/>
      <dgm:t>
        <a:bodyPr/>
        <a:lstStyle/>
        <a:p>
          <a:endParaRPr lang="fr-FR"/>
        </a:p>
      </dgm:t>
    </dgm:pt>
    <dgm:pt modelId="{D35B26A0-2F5F-4784-A631-CC670D4F9B10}" type="sibTrans" cxnId="{4F8C2092-676A-4F68-8AAB-71CD66222BE6}">
      <dgm:prSet/>
      <dgm:spPr/>
      <dgm:t>
        <a:bodyPr/>
        <a:lstStyle/>
        <a:p>
          <a:endParaRPr lang="fr-FR"/>
        </a:p>
      </dgm:t>
    </dgm:pt>
    <dgm:pt modelId="{3E3E4A7A-0BF5-4E8E-B3FB-57E088724C27}" type="pres">
      <dgm:prSet presAssocID="{2472396E-E833-4AF9-8EFE-1B3B71E3E14A}" presName="diagram" presStyleCnt="0">
        <dgm:presLayoutVars>
          <dgm:dir/>
          <dgm:resizeHandles val="exact"/>
        </dgm:presLayoutVars>
      </dgm:prSet>
      <dgm:spPr/>
    </dgm:pt>
    <dgm:pt modelId="{A7A5A436-05E3-4E9F-8F52-311628F2D329}" type="pres">
      <dgm:prSet presAssocID="{4BF2CD49-482B-47D7-B693-90237E5334EA}" presName="node" presStyleLbl="node1" presStyleIdx="0" presStyleCnt="1" custLinFactNeighborX="-25179" custLinFactNeighborY="41982">
        <dgm:presLayoutVars>
          <dgm:bulletEnabled val="1"/>
        </dgm:presLayoutVars>
      </dgm:prSet>
      <dgm:spPr/>
    </dgm:pt>
  </dgm:ptLst>
  <dgm:cxnLst>
    <dgm:cxn modelId="{4F8C2092-676A-4F68-8AAB-71CD66222BE6}" srcId="{2472396E-E833-4AF9-8EFE-1B3B71E3E14A}" destId="{4BF2CD49-482B-47D7-B693-90237E5334EA}" srcOrd="0" destOrd="0" parTransId="{E286C222-82BD-4687-B38D-02BC694CD15D}" sibTransId="{D35B26A0-2F5F-4784-A631-CC670D4F9B10}"/>
    <dgm:cxn modelId="{AB6F79A8-53AD-4796-A35A-4493A65CFCFE}" type="presOf" srcId="{4BF2CD49-482B-47D7-B693-90237E5334EA}" destId="{A7A5A436-05E3-4E9F-8F52-311628F2D329}" srcOrd="0" destOrd="0" presId="urn:microsoft.com/office/officeart/2005/8/layout/default"/>
    <dgm:cxn modelId="{0B3650CF-5D7F-4251-B9DF-AFEE03C3B9D8}" type="presOf" srcId="{2472396E-E833-4AF9-8EFE-1B3B71E3E14A}" destId="{3E3E4A7A-0BF5-4E8E-B3FB-57E088724C27}" srcOrd="0" destOrd="0" presId="urn:microsoft.com/office/officeart/2005/8/layout/default"/>
    <dgm:cxn modelId="{73B1C085-012E-4BF7-B1F4-601F0731F09F}" type="presParOf" srcId="{3E3E4A7A-0BF5-4E8E-B3FB-57E088724C27}" destId="{A7A5A436-05E3-4E9F-8F52-311628F2D329}" srcOrd="0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13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AD196C1B-7C3B-47E9-9D67-DD63A406A473}" type="doc">
      <dgm:prSet loTypeId="urn:microsoft.com/office/officeart/2005/8/layout/vList5" loCatId="list" qsTypeId="urn:microsoft.com/office/officeart/2005/8/quickstyle/simple1#3" qsCatId="simple" csTypeId="urn:microsoft.com/office/officeart/2005/8/colors/colorful1#2" csCatId="colorful" phldr="1"/>
      <dgm:spPr/>
      <dgm:t>
        <a:bodyPr/>
        <a:lstStyle/>
        <a:p>
          <a:endParaRPr lang="fr-FR"/>
        </a:p>
      </dgm:t>
    </dgm:pt>
    <dgm:pt modelId="{DBAD27E2-F89D-42BE-9758-3955D67BBD0E}">
      <dgm:prSet/>
      <dgm:spPr/>
      <dgm:t>
        <a:bodyPr/>
        <a:lstStyle/>
        <a:p>
          <a:r>
            <a:rPr lang="fr-FR" dirty="0" err="1"/>
            <a:t>Decision</a:t>
          </a:r>
          <a:endParaRPr lang="fr-FR" dirty="0"/>
        </a:p>
      </dgm:t>
    </dgm:pt>
    <dgm:pt modelId="{03522845-6157-4BBD-9175-E8135710C9B4}" type="parTrans" cxnId="{7591784B-E54F-4064-A475-11105CDA7785}">
      <dgm:prSet/>
      <dgm:spPr/>
      <dgm:t>
        <a:bodyPr/>
        <a:lstStyle/>
        <a:p>
          <a:endParaRPr lang="fr-FR"/>
        </a:p>
      </dgm:t>
    </dgm:pt>
    <dgm:pt modelId="{9EA3115E-F722-4864-94E9-42EA90DA0AB2}" type="sibTrans" cxnId="{7591784B-E54F-4064-A475-11105CDA7785}">
      <dgm:prSet/>
      <dgm:spPr/>
      <dgm:t>
        <a:bodyPr/>
        <a:lstStyle/>
        <a:p>
          <a:endParaRPr lang="fr-FR"/>
        </a:p>
      </dgm:t>
    </dgm:pt>
    <dgm:pt modelId="{E2ADEAEA-21B4-40EA-8DF0-1C67B125E15E}">
      <dgm:prSet/>
      <dgm:spPr/>
      <dgm:t>
        <a:bodyPr/>
        <a:lstStyle/>
        <a:p>
          <a:r>
            <a:rPr lang="fr-FR" dirty="0"/>
            <a:t>Finding</a:t>
          </a:r>
        </a:p>
      </dgm:t>
    </dgm:pt>
    <dgm:pt modelId="{CDF7BD54-9B46-49F2-91DC-C5C9E93E9AE6}" type="parTrans" cxnId="{BB79B207-E2D6-4EBC-9958-7C6FBEB238E1}">
      <dgm:prSet/>
      <dgm:spPr/>
      <dgm:t>
        <a:bodyPr/>
        <a:lstStyle/>
        <a:p>
          <a:endParaRPr lang="fr-FR"/>
        </a:p>
      </dgm:t>
    </dgm:pt>
    <dgm:pt modelId="{D2A64697-0AC9-4FBF-A980-2EF2FCDF316C}" type="sibTrans" cxnId="{BB79B207-E2D6-4EBC-9958-7C6FBEB238E1}">
      <dgm:prSet/>
      <dgm:spPr/>
      <dgm:t>
        <a:bodyPr/>
        <a:lstStyle/>
        <a:p>
          <a:endParaRPr lang="fr-FR"/>
        </a:p>
      </dgm:t>
    </dgm:pt>
    <dgm:pt modelId="{EAC89F44-01AC-4FA7-AA61-F8A64F88233E}">
      <dgm:prSet/>
      <dgm:spPr/>
      <dgm:t>
        <a:bodyPr/>
        <a:lstStyle/>
        <a:p>
          <a:r>
            <a:rPr lang="fr-FR" dirty="0"/>
            <a:t>Gaze process</a:t>
          </a:r>
        </a:p>
      </dgm:t>
    </dgm:pt>
    <dgm:pt modelId="{DE4A8ED5-71DB-49DF-8922-57A78D2CBFFB}" type="parTrans" cxnId="{E4F2670E-1085-4A4E-91F0-065FBFB533C9}">
      <dgm:prSet/>
      <dgm:spPr/>
      <dgm:t>
        <a:bodyPr/>
        <a:lstStyle/>
        <a:p>
          <a:endParaRPr lang="fr-FR"/>
        </a:p>
      </dgm:t>
    </dgm:pt>
    <dgm:pt modelId="{910DBBBD-BC61-437B-A9CB-63DE7D188518}" type="sibTrans" cxnId="{E4F2670E-1085-4A4E-91F0-065FBFB533C9}">
      <dgm:prSet/>
      <dgm:spPr/>
      <dgm:t>
        <a:bodyPr/>
        <a:lstStyle/>
        <a:p>
          <a:endParaRPr lang="fr-FR"/>
        </a:p>
      </dgm:t>
    </dgm:pt>
    <dgm:pt modelId="{34E64C0D-0311-4627-9CC0-6F2A16521A1D}">
      <dgm:prSet/>
      <dgm:spPr/>
      <dgm:t>
        <a:bodyPr/>
        <a:lstStyle/>
        <a:p>
          <a:r>
            <a:rPr lang="fr-FR"/>
            <a:t>Is the model's present/absent judgment as accurate as a human's?</a:t>
          </a:r>
          <a:endParaRPr lang="fr-FR" dirty="0"/>
        </a:p>
      </dgm:t>
    </dgm:pt>
    <dgm:pt modelId="{92C1C552-69A7-4930-8761-0B01ACC1D303}" type="parTrans" cxnId="{87324834-D62C-495B-8A56-DC8E44798104}">
      <dgm:prSet/>
      <dgm:spPr/>
      <dgm:t>
        <a:bodyPr/>
        <a:lstStyle/>
        <a:p>
          <a:endParaRPr lang="fr-FR"/>
        </a:p>
      </dgm:t>
    </dgm:pt>
    <dgm:pt modelId="{7B505706-C14C-4704-B604-04FF6022DA13}" type="sibTrans" cxnId="{87324834-D62C-495B-8A56-DC8E44798104}">
      <dgm:prSet/>
      <dgm:spPr/>
      <dgm:t>
        <a:bodyPr/>
        <a:lstStyle/>
        <a:p>
          <a:endParaRPr lang="fr-FR"/>
        </a:p>
      </dgm:t>
    </dgm:pt>
    <dgm:pt modelId="{E3423483-C39B-4427-B09A-E758B65B6F49}">
      <dgm:prSet/>
      <dgm:spPr/>
      <dgm:t>
        <a:bodyPr/>
        <a:lstStyle/>
        <a:p>
          <a:r>
            <a:rPr lang="fr-FR" dirty="0"/>
            <a:t>Does the </a:t>
          </a:r>
          <a:r>
            <a:rPr lang="fr-FR" dirty="0" err="1"/>
            <a:t>model's</a:t>
          </a:r>
          <a:r>
            <a:rPr lang="fr-FR" dirty="0"/>
            <a:t> gaze </a:t>
          </a:r>
          <a:r>
            <a:rPr lang="fr-FR" dirty="0" err="1"/>
            <a:t>reach</a:t>
          </a:r>
          <a:r>
            <a:rPr lang="fr-FR" dirty="0"/>
            <a:t> the </a:t>
          </a:r>
          <a:r>
            <a:rPr lang="fr-FR" dirty="0" err="1"/>
            <a:t>target</a:t>
          </a:r>
          <a:r>
            <a:rPr lang="fr-FR" dirty="0"/>
            <a:t> as </a:t>
          </a:r>
          <a:r>
            <a:rPr lang="fr-FR" dirty="0" err="1"/>
            <a:t>efficiently</a:t>
          </a:r>
          <a:r>
            <a:rPr lang="fr-FR" dirty="0"/>
            <a:t> as a </a:t>
          </a:r>
          <a:r>
            <a:rPr lang="fr-FR" dirty="0" err="1"/>
            <a:t>human's</a:t>
          </a:r>
          <a:r>
            <a:rPr lang="fr-FR" dirty="0"/>
            <a:t>?</a:t>
          </a:r>
        </a:p>
      </dgm:t>
    </dgm:pt>
    <dgm:pt modelId="{9CC56ECB-793B-4DBF-BD29-77C515D8539D}" type="parTrans" cxnId="{05DCE506-D125-4CA4-8993-26CBD7D34DF8}">
      <dgm:prSet/>
      <dgm:spPr/>
      <dgm:t>
        <a:bodyPr/>
        <a:lstStyle/>
        <a:p>
          <a:endParaRPr lang="fr-FR"/>
        </a:p>
      </dgm:t>
    </dgm:pt>
    <dgm:pt modelId="{FE69B6E2-5343-4F01-962E-AE3682F2E4BD}" type="sibTrans" cxnId="{05DCE506-D125-4CA4-8993-26CBD7D34DF8}">
      <dgm:prSet/>
      <dgm:spPr/>
      <dgm:t>
        <a:bodyPr/>
        <a:lstStyle/>
        <a:p>
          <a:endParaRPr lang="fr-FR"/>
        </a:p>
      </dgm:t>
    </dgm:pt>
    <dgm:pt modelId="{B0DEF4A0-7B77-4109-B702-A2590B0579CF}">
      <dgm:prSet/>
      <dgm:spPr/>
      <dgm:t>
        <a:bodyPr/>
        <a:lstStyle/>
        <a:p>
          <a:r>
            <a:rPr lang="fr-FR" dirty="0"/>
            <a:t>Do the </a:t>
          </a:r>
          <a:r>
            <a:rPr lang="fr-FR" dirty="0" err="1"/>
            <a:t>model's</a:t>
          </a:r>
          <a:r>
            <a:rPr lang="fr-FR" dirty="0"/>
            <a:t> </a:t>
          </a:r>
          <a:r>
            <a:rPr lang="fr-FR" dirty="0" err="1"/>
            <a:t>eye-movement</a:t>
          </a:r>
          <a:r>
            <a:rPr lang="fr-FR" dirty="0"/>
            <a:t> </a:t>
          </a:r>
          <a:r>
            <a:rPr lang="fr-FR" i="1" dirty="0" err="1"/>
            <a:t>dynamics</a:t>
          </a:r>
          <a:r>
            <a:rPr lang="fr-FR" dirty="0"/>
            <a:t> (</a:t>
          </a:r>
          <a:r>
            <a:rPr lang="fr-FR" dirty="0" err="1"/>
            <a:t>order</a:t>
          </a:r>
          <a:r>
            <a:rPr lang="fr-FR" dirty="0"/>
            <a:t>, amplitude, </a:t>
          </a:r>
          <a:r>
            <a:rPr lang="fr-FR" dirty="0" err="1"/>
            <a:t>entropy</a:t>
          </a:r>
          <a:r>
            <a:rPr lang="fr-FR" dirty="0"/>
            <a:t>, </a:t>
          </a:r>
          <a:r>
            <a:rPr lang="fr-FR" dirty="0" err="1"/>
            <a:t>consistency</a:t>
          </a:r>
          <a:r>
            <a:rPr lang="fr-FR" dirty="0"/>
            <a:t>) </a:t>
          </a:r>
          <a:r>
            <a:rPr lang="fr-FR" dirty="0" err="1"/>
            <a:t>resemble</a:t>
          </a:r>
          <a:r>
            <a:rPr lang="fr-FR" dirty="0"/>
            <a:t> a </a:t>
          </a:r>
          <a:r>
            <a:rPr lang="fr-FR" dirty="0" err="1"/>
            <a:t>human's</a:t>
          </a:r>
          <a:r>
            <a:rPr lang="fr-FR" dirty="0"/>
            <a:t>, </a:t>
          </a:r>
          <a:r>
            <a:rPr lang="fr-FR" dirty="0" err="1"/>
            <a:t>independent</a:t>
          </a:r>
          <a:r>
            <a:rPr lang="fr-FR" dirty="0"/>
            <a:t> of </a:t>
          </a:r>
          <a:r>
            <a:rPr lang="fr-FR" dirty="0" err="1"/>
            <a:t>outcome</a:t>
          </a:r>
          <a:r>
            <a:rPr lang="fr-FR" dirty="0"/>
            <a:t>?</a:t>
          </a:r>
        </a:p>
      </dgm:t>
    </dgm:pt>
    <dgm:pt modelId="{589BAEA0-6362-46D0-8C8C-2B2B80C28D5C}" type="parTrans" cxnId="{B1FD2944-9B94-4BC5-8BA6-F9F4A693F6F8}">
      <dgm:prSet/>
      <dgm:spPr/>
      <dgm:t>
        <a:bodyPr/>
        <a:lstStyle/>
        <a:p>
          <a:endParaRPr lang="fr-FR"/>
        </a:p>
      </dgm:t>
    </dgm:pt>
    <dgm:pt modelId="{804988A5-5C52-4C7B-8F4C-3B7CE83D4EC8}" type="sibTrans" cxnId="{B1FD2944-9B94-4BC5-8BA6-F9F4A693F6F8}">
      <dgm:prSet/>
      <dgm:spPr/>
      <dgm:t>
        <a:bodyPr/>
        <a:lstStyle/>
        <a:p>
          <a:endParaRPr lang="fr-FR"/>
        </a:p>
      </dgm:t>
    </dgm:pt>
    <dgm:pt modelId="{C101B54F-E15F-4048-8528-4C762062271D}" type="pres">
      <dgm:prSet presAssocID="{AD196C1B-7C3B-47E9-9D67-DD63A406A473}" presName="Name0" presStyleCnt="0">
        <dgm:presLayoutVars>
          <dgm:dir/>
          <dgm:animLvl val="lvl"/>
          <dgm:resizeHandles val="exact"/>
        </dgm:presLayoutVars>
      </dgm:prSet>
      <dgm:spPr/>
    </dgm:pt>
    <dgm:pt modelId="{2F7FE817-2BF6-47DA-8BB3-B734CB4E7AD5}" type="pres">
      <dgm:prSet presAssocID="{DBAD27E2-F89D-42BE-9758-3955D67BBD0E}" presName="linNode" presStyleCnt="0"/>
      <dgm:spPr/>
    </dgm:pt>
    <dgm:pt modelId="{9BD950DD-5112-4C58-B93B-8E1EB612307A}" type="pres">
      <dgm:prSet presAssocID="{DBAD27E2-F89D-42BE-9758-3955D67BBD0E}" presName="parentText" presStyleLbl="node1" presStyleIdx="0" presStyleCnt="3">
        <dgm:presLayoutVars>
          <dgm:chMax val="1"/>
          <dgm:bulletEnabled val="1"/>
        </dgm:presLayoutVars>
      </dgm:prSet>
      <dgm:spPr/>
    </dgm:pt>
    <dgm:pt modelId="{58D8AC5A-451C-49F0-94B0-CF5ED286387D}" type="pres">
      <dgm:prSet presAssocID="{DBAD27E2-F89D-42BE-9758-3955D67BBD0E}" presName="descendantText" presStyleLbl="alignAccFollowNode1" presStyleIdx="0" presStyleCnt="3">
        <dgm:presLayoutVars>
          <dgm:bulletEnabled val="1"/>
        </dgm:presLayoutVars>
      </dgm:prSet>
      <dgm:spPr/>
    </dgm:pt>
    <dgm:pt modelId="{15F2EACB-7940-4F44-8FA0-C11CDFBC0CAD}" type="pres">
      <dgm:prSet presAssocID="{9EA3115E-F722-4864-94E9-42EA90DA0AB2}" presName="sp" presStyleCnt="0"/>
      <dgm:spPr/>
    </dgm:pt>
    <dgm:pt modelId="{A742F3E4-DD58-4425-A82D-A48B0FC7EC31}" type="pres">
      <dgm:prSet presAssocID="{E2ADEAEA-21B4-40EA-8DF0-1C67B125E15E}" presName="linNode" presStyleCnt="0"/>
      <dgm:spPr/>
    </dgm:pt>
    <dgm:pt modelId="{D9EE7365-6ADE-4FBF-87BB-7F942A1A9AB6}" type="pres">
      <dgm:prSet presAssocID="{E2ADEAEA-21B4-40EA-8DF0-1C67B125E15E}" presName="parentText" presStyleLbl="node1" presStyleIdx="1" presStyleCnt="3">
        <dgm:presLayoutVars>
          <dgm:chMax val="1"/>
          <dgm:bulletEnabled val="1"/>
        </dgm:presLayoutVars>
      </dgm:prSet>
      <dgm:spPr/>
    </dgm:pt>
    <dgm:pt modelId="{3F3E1C6B-2D50-4B04-A31E-AFC22618D367}" type="pres">
      <dgm:prSet presAssocID="{E2ADEAEA-21B4-40EA-8DF0-1C67B125E15E}" presName="descendantText" presStyleLbl="alignAccFollowNode1" presStyleIdx="1" presStyleCnt="3">
        <dgm:presLayoutVars>
          <dgm:bulletEnabled val="1"/>
        </dgm:presLayoutVars>
      </dgm:prSet>
      <dgm:spPr/>
    </dgm:pt>
    <dgm:pt modelId="{4DA8EEE5-9C08-4527-9F0D-2017DFD6610A}" type="pres">
      <dgm:prSet presAssocID="{D2A64697-0AC9-4FBF-A980-2EF2FCDF316C}" presName="sp" presStyleCnt="0"/>
      <dgm:spPr/>
    </dgm:pt>
    <dgm:pt modelId="{878A19D0-1EF7-4D91-8705-3E9D31FC17F4}" type="pres">
      <dgm:prSet presAssocID="{EAC89F44-01AC-4FA7-AA61-F8A64F88233E}" presName="linNode" presStyleCnt="0"/>
      <dgm:spPr/>
    </dgm:pt>
    <dgm:pt modelId="{D75E9057-9FD2-4A83-BFAA-E0274A4B8EBD}" type="pres">
      <dgm:prSet presAssocID="{EAC89F44-01AC-4FA7-AA61-F8A64F88233E}" presName="parentText" presStyleLbl="node1" presStyleIdx="2" presStyleCnt="3">
        <dgm:presLayoutVars>
          <dgm:chMax val="1"/>
          <dgm:bulletEnabled val="1"/>
        </dgm:presLayoutVars>
      </dgm:prSet>
      <dgm:spPr/>
    </dgm:pt>
    <dgm:pt modelId="{2D9D3F0C-1B27-400B-81EB-97708E5D66AB}" type="pres">
      <dgm:prSet presAssocID="{EAC89F44-01AC-4FA7-AA61-F8A64F88233E}" presName="descendantText" presStyleLbl="alignAccFollowNode1" presStyleIdx="2" presStyleCnt="3">
        <dgm:presLayoutVars>
          <dgm:bulletEnabled val="1"/>
        </dgm:presLayoutVars>
      </dgm:prSet>
      <dgm:spPr/>
    </dgm:pt>
  </dgm:ptLst>
  <dgm:cxnLst>
    <dgm:cxn modelId="{05DCE506-D125-4CA4-8993-26CBD7D34DF8}" srcId="{E2ADEAEA-21B4-40EA-8DF0-1C67B125E15E}" destId="{E3423483-C39B-4427-B09A-E758B65B6F49}" srcOrd="0" destOrd="0" parTransId="{9CC56ECB-793B-4DBF-BD29-77C515D8539D}" sibTransId="{FE69B6E2-5343-4F01-962E-AE3682F2E4BD}"/>
    <dgm:cxn modelId="{BB79B207-E2D6-4EBC-9958-7C6FBEB238E1}" srcId="{AD196C1B-7C3B-47E9-9D67-DD63A406A473}" destId="{E2ADEAEA-21B4-40EA-8DF0-1C67B125E15E}" srcOrd="1" destOrd="0" parTransId="{CDF7BD54-9B46-49F2-91DC-C5C9E93E9AE6}" sibTransId="{D2A64697-0AC9-4FBF-A980-2EF2FCDF316C}"/>
    <dgm:cxn modelId="{E4F2670E-1085-4A4E-91F0-065FBFB533C9}" srcId="{AD196C1B-7C3B-47E9-9D67-DD63A406A473}" destId="{EAC89F44-01AC-4FA7-AA61-F8A64F88233E}" srcOrd="2" destOrd="0" parTransId="{DE4A8ED5-71DB-49DF-8922-57A78D2CBFFB}" sibTransId="{910DBBBD-BC61-437B-A9CB-63DE7D188518}"/>
    <dgm:cxn modelId="{87324834-D62C-495B-8A56-DC8E44798104}" srcId="{DBAD27E2-F89D-42BE-9758-3955D67BBD0E}" destId="{34E64C0D-0311-4627-9CC0-6F2A16521A1D}" srcOrd="0" destOrd="0" parTransId="{92C1C552-69A7-4930-8761-0B01ACC1D303}" sibTransId="{7B505706-C14C-4704-B604-04FF6022DA13}"/>
    <dgm:cxn modelId="{8B36C15F-C8B1-4B6C-A09D-C28D7E412920}" type="presOf" srcId="{EAC89F44-01AC-4FA7-AA61-F8A64F88233E}" destId="{D75E9057-9FD2-4A83-BFAA-E0274A4B8EBD}" srcOrd="0" destOrd="0" presId="urn:microsoft.com/office/officeart/2005/8/layout/vList5"/>
    <dgm:cxn modelId="{B1FD2944-9B94-4BC5-8BA6-F9F4A693F6F8}" srcId="{EAC89F44-01AC-4FA7-AA61-F8A64F88233E}" destId="{B0DEF4A0-7B77-4109-B702-A2590B0579CF}" srcOrd="0" destOrd="0" parTransId="{589BAEA0-6362-46D0-8C8C-2B2B80C28D5C}" sibTransId="{804988A5-5C52-4C7B-8F4C-3B7CE83D4EC8}"/>
    <dgm:cxn modelId="{2D3A724A-ECBE-4079-B308-D0FAC58C9EB3}" type="presOf" srcId="{DBAD27E2-F89D-42BE-9758-3955D67BBD0E}" destId="{9BD950DD-5112-4C58-B93B-8E1EB612307A}" srcOrd="0" destOrd="0" presId="urn:microsoft.com/office/officeart/2005/8/layout/vList5"/>
    <dgm:cxn modelId="{7591784B-E54F-4064-A475-11105CDA7785}" srcId="{AD196C1B-7C3B-47E9-9D67-DD63A406A473}" destId="{DBAD27E2-F89D-42BE-9758-3955D67BBD0E}" srcOrd="0" destOrd="0" parTransId="{03522845-6157-4BBD-9175-E8135710C9B4}" sibTransId="{9EA3115E-F722-4864-94E9-42EA90DA0AB2}"/>
    <dgm:cxn modelId="{27DB1A6C-F3F7-48D6-B2E6-FBA795B2D366}" type="presOf" srcId="{E3423483-C39B-4427-B09A-E758B65B6F49}" destId="{3F3E1C6B-2D50-4B04-A31E-AFC22618D367}" srcOrd="0" destOrd="0" presId="urn:microsoft.com/office/officeart/2005/8/layout/vList5"/>
    <dgm:cxn modelId="{4ED13D97-CAA4-4172-821F-68787B8FC181}" type="presOf" srcId="{34E64C0D-0311-4627-9CC0-6F2A16521A1D}" destId="{58D8AC5A-451C-49F0-94B0-CF5ED286387D}" srcOrd="0" destOrd="0" presId="urn:microsoft.com/office/officeart/2005/8/layout/vList5"/>
    <dgm:cxn modelId="{05D997AF-6BB2-4290-BAB6-E12510A40671}" type="presOf" srcId="{E2ADEAEA-21B4-40EA-8DF0-1C67B125E15E}" destId="{D9EE7365-6ADE-4FBF-87BB-7F942A1A9AB6}" srcOrd="0" destOrd="0" presId="urn:microsoft.com/office/officeart/2005/8/layout/vList5"/>
    <dgm:cxn modelId="{6D8A8CE6-C2AF-4004-959F-54A9CCA348F0}" type="presOf" srcId="{B0DEF4A0-7B77-4109-B702-A2590B0579CF}" destId="{2D9D3F0C-1B27-400B-81EB-97708E5D66AB}" srcOrd="0" destOrd="0" presId="urn:microsoft.com/office/officeart/2005/8/layout/vList5"/>
    <dgm:cxn modelId="{5BF689E7-DFBC-4666-8DBC-FAFF022148A2}" type="presOf" srcId="{AD196C1B-7C3B-47E9-9D67-DD63A406A473}" destId="{C101B54F-E15F-4048-8528-4C762062271D}" srcOrd="0" destOrd="0" presId="urn:microsoft.com/office/officeart/2005/8/layout/vList5"/>
    <dgm:cxn modelId="{A94F78E2-A454-40CE-A159-F16357CF347E}" type="presParOf" srcId="{C101B54F-E15F-4048-8528-4C762062271D}" destId="{2F7FE817-2BF6-47DA-8BB3-B734CB4E7AD5}" srcOrd="0" destOrd="0" presId="urn:microsoft.com/office/officeart/2005/8/layout/vList5"/>
    <dgm:cxn modelId="{83E47D8D-A0D0-4B1E-80CD-CA8F99A1BCC0}" type="presParOf" srcId="{2F7FE817-2BF6-47DA-8BB3-B734CB4E7AD5}" destId="{9BD950DD-5112-4C58-B93B-8E1EB612307A}" srcOrd="0" destOrd="0" presId="urn:microsoft.com/office/officeart/2005/8/layout/vList5"/>
    <dgm:cxn modelId="{1625CD42-B36C-4CC0-AEFF-3415CC8F975C}" type="presParOf" srcId="{2F7FE817-2BF6-47DA-8BB3-B734CB4E7AD5}" destId="{58D8AC5A-451C-49F0-94B0-CF5ED286387D}" srcOrd="1" destOrd="0" presId="urn:microsoft.com/office/officeart/2005/8/layout/vList5"/>
    <dgm:cxn modelId="{6FE9882E-8918-43A5-B81D-3D14F8B6F041}" type="presParOf" srcId="{C101B54F-E15F-4048-8528-4C762062271D}" destId="{15F2EACB-7940-4F44-8FA0-C11CDFBC0CAD}" srcOrd="1" destOrd="0" presId="urn:microsoft.com/office/officeart/2005/8/layout/vList5"/>
    <dgm:cxn modelId="{535FD064-02CB-4093-BF22-1BB06B47E40B}" type="presParOf" srcId="{C101B54F-E15F-4048-8528-4C762062271D}" destId="{A742F3E4-DD58-4425-A82D-A48B0FC7EC31}" srcOrd="2" destOrd="0" presId="urn:microsoft.com/office/officeart/2005/8/layout/vList5"/>
    <dgm:cxn modelId="{AB2CB196-FC5F-40A9-8FA2-5AE1A399E30D}" type="presParOf" srcId="{A742F3E4-DD58-4425-A82D-A48B0FC7EC31}" destId="{D9EE7365-6ADE-4FBF-87BB-7F942A1A9AB6}" srcOrd="0" destOrd="0" presId="urn:microsoft.com/office/officeart/2005/8/layout/vList5"/>
    <dgm:cxn modelId="{214E909C-E6FA-4806-924B-4E3108DE8481}" type="presParOf" srcId="{A742F3E4-DD58-4425-A82D-A48B0FC7EC31}" destId="{3F3E1C6B-2D50-4B04-A31E-AFC22618D367}" srcOrd="1" destOrd="0" presId="urn:microsoft.com/office/officeart/2005/8/layout/vList5"/>
    <dgm:cxn modelId="{EBCA41C8-46D5-4A51-855D-FD29FECDE1FB}" type="presParOf" srcId="{C101B54F-E15F-4048-8528-4C762062271D}" destId="{4DA8EEE5-9C08-4527-9F0D-2017DFD6610A}" srcOrd="3" destOrd="0" presId="urn:microsoft.com/office/officeart/2005/8/layout/vList5"/>
    <dgm:cxn modelId="{224B1A39-8BC0-404A-93A8-F90F198F4975}" type="presParOf" srcId="{C101B54F-E15F-4048-8528-4C762062271D}" destId="{878A19D0-1EF7-4D91-8705-3E9D31FC17F4}" srcOrd="4" destOrd="0" presId="urn:microsoft.com/office/officeart/2005/8/layout/vList5"/>
    <dgm:cxn modelId="{7E8D18B9-0DE3-4034-8764-B823B50B7701}" type="presParOf" srcId="{878A19D0-1EF7-4D91-8705-3E9D31FC17F4}" destId="{D75E9057-9FD2-4A83-BFAA-E0274A4B8EBD}" srcOrd="0" destOrd="0" presId="urn:microsoft.com/office/officeart/2005/8/layout/vList5"/>
    <dgm:cxn modelId="{75592EF3-26CF-47FC-BAC9-96EB469FBEDF}" type="presParOf" srcId="{878A19D0-1EF7-4D91-8705-3E9D31FC17F4}" destId="{2D9D3F0C-1B27-400B-81EB-97708E5D66AB}" srcOrd="1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B2F1AF9D-A9C3-48DA-81E8-7DEDA6C60E22}" type="doc">
      <dgm:prSet loTypeId="urn:microsoft.com/office/officeart/2005/8/layout/hierarchy3" loCatId="hierarchy" qsTypeId="urn:microsoft.com/office/officeart/2005/8/quickstyle/simple1#4" qsCatId="simple" csTypeId="urn:microsoft.com/office/officeart/2005/8/colors/colorful1#3" csCatId="colorful" phldr="1"/>
      <dgm:spPr/>
      <dgm:t>
        <a:bodyPr/>
        <a:lstStyle/>
        <a:p>
          <a:endParaRPr lang="fr-FR"/>
        </a:p>
      </dgm:t>
    </dgm:pt>
    <dgm:pt modelId="{493E0447-552A-4944-860F-D946407ECB0D}">
      <dgm:prSet/>
      <dgm:spPr/>
      <dgm:t>
        <a:bodyPr/>
        <a:lstStyle/>
        <a:p>
          <a:r>
            <a:rPr lang="fr-FR" dirty="0"/>
            <a:t>Validation split</a:t>
          </a:r>
        </a:p>
      </dgm:t>
    </dgm:pt>
    <dgm:pt modelId="{889D3E96-6B51-44BD-9824-1012E1041FCB}" type="parTrans" cxnId="{1F09E307-B01B-4ECE-961E-6D2B1EB8700F}">
      <dgm:prSet/>
      <dgm:spPr/>
      <dgm:t>
        <a:bodyPr/>
        <a:lstStyle/>
        <a:p>
          <a:endParaRPr lang="fr-FR"/>
        </a:p>
      </dgm:t>
    </dgm:pt>
    <dgm:pt modelId="{207FBA50-366E-44E8-AF56-EE73AD788D01}" type="sibTrans" cxnId="{1F09E307-B01B-4ECE-961E-6D2B1EB8700F}">
      <dgm:prSet/>
      <dgm:spPr/>
      <dgm:t>
        <a:bodyPr/>
        <a:lstStyle/>
        <a:p>
          <a:endParaRPr lang="fr-FR"/>
        </a:p>
      </dgm:t>
    </dgm:pt>
    <dgm:pt modelId="{1E2D2D3F-8D34-400A-8D5A-8856BA1C70CD}">
      <dgm:prSet/>
      <dgm:spPr/>
      <dgm:t>
        <a:bodyPr/>
        <a:lstStyle/>
        <a:p>
          <a:r>
            <a:rPr lang="fr-FR" b="1" dirty="0"/>
            <a:t>285 </a:t>
          </a:r>
          <a:r>
            <a:rPr lang="fr-FR" b="1" dirty="0" err="1"/>
            <a:t>scenes</a:t>
          </a:r>
          <a:endParaRPr lang="fr-FR" dirty="0"/>
        </a:p>
      </dgm:t>
    </dgm:pt>
    <dgm:pt modelId="{106BE01C-8017-440C-B910-AF8886705162}" type="parTrans" cxnId="{D5DA94F5-59E2-452C-9826-E9E12BB9990D}">
      <dgm:prSet/>
      <dgm:spPr/>
      <dgm:t>
        <a:bodyPr/>
        <a:lstStyle/>
        <a:p>
          <a:endParaRPr lang="fr-FR"/>
        </a:p>
      </dgm:t>
    </dgm:pt>
    <dgm:pt modelId="{E96B5860-CBF9-4248-96CD-1D62E7781493}" type="sibTrans" cxnId="{D5DA94F5-59E2-452C-9826-E9E12BB9990D}">
      <dgm:prSet/>
      <dgm:spPr/>
      <dgm:t>
        <a:bodyPr/>
        <a:lstStyle/>
        <a:p>
          <a:endParaRPr lang="fr-FR"/>
        </a:p>
      </dgm:t>
    </dgm:pt>
    <dgm:pt modelId="{FE5DC908-20D5-445A-AEB9-8C34696A66C8}">
      <dgm:prSet/>
      <dgm:spPr/>
      <dgm:t>
        <a:bodyPr/>
        <a:lstStyle/>
        <a:p>
          <a:r>
            <a:rPr lang="fr-FR" dirty="0"/>
            <a:t>1680×1050 px</a:t>
          </a:r>
        </a:p>
      </dgm:t>
    </dgm:pt>
    <dgm:pt modelId="{9D2F2CD8-8AE5-4DB6-9C3E-64FFEED62439}" type="parTrans" cxnId="{DA9E7457-9F24-43C6-873E-D44348D59383}">
      <dgm:prSet/>
      <dgm:spPr/>
      <dgm:t>
        <a:bodyPr/>
        <a:lstStyle/>
        <a:p>
          <a:endParaRPr lang="fr-FR"/>
        </a:p>
      </dgm:t>
    </dgm:pt>
    <dgm:pt modelId="{E4061EE3-6313-4F62-8937-E6233714303A}" type="sibTrans" cxnId="{DA9E7457-9F24-43C6-873E-D44348D59383}">
      <dgm:prSet/>
      <dgm:spPr/>
      <dgm:t>
        <a:bodyPr/>
        <a:lstStyle/>
        <a:p>
          <a:endParaRPr lang="fr-FR"/>
        </a:p>
      </dgm:t>
    </dgm:pt>
    <dgm:pt modelId="{DE471915-4675-474B-BDCE-B1F03DBD98A4}">
      <dgm:prSet/>
      <dgm:spPr/>
      <dgm:t>
        <a:bodyPr/>
        <a:lstStyle/>
        <a:p>
          <a:r>
            <a:rPr lang="fr-FR" b="1" dirty="0"/>
            <a:t>141 </a:t>
          </a:r>
          <a:r>
            <a:rPr lang="fr-FR" b="1" dirty="0" err="1"/>
            <a:t>target-present</a:t>
          </a:r>
          <a:endParaRPr lang="fr-FR" dirty="0"/>
        </a:p>
      </dgm:t>
    </dgm:pt>
    <dgm:pt modelId="{9519D155-BF8F-4EDA-9690-F5AC0BF2F605}" type="parTrans" cxnId="{75148E8D-5C49-448A-AC37-DCAAC91B70F6}">
      <dgm:prSet/>
      <dgm:spPr/>
      <dgm:t>
        <a:bodyPr/>
        <a:lstStyle/>
        <a:p>
          <a:endParaRPr lang="fr-FR"/>
        </a:p>
      </dgm:t>
    </dgm:pt>
    <dgm:pt modelId="{0214C74D-4B3F-4C93-81C0-AF6FE8A48CB0}" type="sibTrans" cxnId="{75148E8D-5C49-448A-AC37-DCAAC91B70F6}">
      <dgm:prSet/>
      <dgm:spPr/>
      <dgm:t>
        <a:bodyPr/>
        <a:lstStyle/>
        <a:p>
          <a:endParaRPr lang="fr-FR"/>
        </a:p>
      </dgm:t>
    </dgm:pt>
    <dgm:pt modelId="{CEFAAC09-D15D-4A88-90DC-540179EB27E1}">
      <dgm:prSet/>
      <dgm:spPr/>
      <dgm:t>
        <a:bodyPr/>
        <a:lstStyle/>
        <a:p>
          <a:r>
            <a:rPr lang="fr-FR" b="1" dirty="0"/>
            <a:t>144 </a:t>
          </a:r>
          <a:r>
            <a:rPr lang="fr-FR" b="1" dirty="0" err="1"/>
            <a:t>target</a:t>
          </a:r>
          <a:r>
            <a:rPr lang="fr-FR" b="1" dirty="0"/>
            <a:t>-absent</a:t>
          </a:r>
          <a:endParaRPr lang="fr-FR" dirty="0"/>
        </a:p>
      </dgm:t>
    </dgm:pt>
    <dgm:pt modelId="{915D0581-8C8C-441C-B4A3-8CD1561412EC}" type="parTrans" cxnId="{5002C8FE-2AD6-4D56-95B7-E49AD9C9F9F0}">
      <dgm:prSet/>
      <dgm:spPr/>
      <dgm:t>
        <a:bodyPr/>
        <a:lstStyle/>
        <a:p>
          <a:endParaRPr lang="fr-FR"/>
        </a:p>
      </dgm:t>
    </dgm:pt>
    <dgm:pt modelId="{2135E483-FD12-4064-AB1F-8E5A7DEC484E}" type="sibTrans" cxnId="{5002C8FE-2AD6-4D56-95B7-E49AD9C9F9F0}">
      <dgm:prSet/>
      <dgm:spPr/>
      <dgm:t>
        <a:bodyPr/>
        <a:lstStyle/>
        <a:p>
          <a:endParaRPr lang="fr-FR"/>
        </a:p>
      </dgm:t>
    </dgm:pt>
    <dgm:pt modelId="{074B6139-F7AC-4BA4-ADC1-16D1587E31EA}">
      <dgm:prSet/>
      <dgm:spPr/>
      <dgm:t>
        <a:bodyPr/>
        <a:lstStyle/>
        <a:p>
          <a:r>
            <a:rPr lang="fr-FR" dirty="0"/>
            <a:t>10 </a:t>
          </a:r>
          <a:r>
            <a:rPr lang="fr-FR" dirty="0" err="1"/>
            <a:t>observers</a:t>
          </a:r>
          <a:r>
            <a:rPr lang="fr-FR" dirty="0"/>
            <a:t> per </a:t>
          </a:r>
          <a:r>
            <a:rPr lang="fr-FR" dirty="0" err="1"/>
            <a:t>scene</a:t>
          </a:r>
          <a:endParaRPr lang="fr-FR" dirty="0"/>
        </a:p>
      </dgm:t>
    </dgm:pt>
    <dgm:pt modelId="{9D25EF42-54AF-4FCB-AC16-B6DF2849FB56}" type="parTrans" cxnId="{0AA82361-16CF-4938-9585-87C499D0A9AA}">
      <dgm:prSet/>
      <dgm:spPr/>
      <dgm:t>
        <a:bodyPr/>
        <a:lstStyle/>
        <a:p>
          <a:endParaRPr lang="fr-FR"/>
        </a:p>
      </dgm:t>
    </dgm:pt>
    <dgm:pt modelId="{1F052DA6-55E4-4A2F-8348-1575BEB5211E}" type="sibTrans" cxnId="{0AA82361-16CF-4938-9585-87C499D0A9AA}">
      <dgm:prSet/>
      <dgm:spPr/>
      <dgm:t>
        <a:bodyPr/>
        <a:lstStyle/>
        <a:p>
          <a:endParaRPr lang="fr-FR"/>
        </a:p>
      </dgm:t>
    </dgm:pt>
    <dgm:pt modelId="{3FDAC08D-0309-4A12-AF2C-B4148F1D901F}" type="pres">
      <dgm:prSet presAssocID="{B2F1AF9D-A9C3-48DA-81E8-7DEDA6C60E22}" presName="diagram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90800A07-0793-4EC6-92B2-5D949C419068}" type="pres">
      <dgm:prSet presAssocID="{493E0447-552A-4944-860F-D946407ECB0D}" presName="root" presStyleCnt="0"/>
      <dgm:spPr/>
    </dgm:pt>
    <dgm:pt modelId="{A1B3B081-65EE-45E8-BCDB-591273A359FF}" type="pres">
      <dgm:prSet presAssocID="{493E0447-552A-4944-860F-D946407ECB0D}" presName="rootComposite" presStyleCnt="0"/>
      <dgm:spPr/>
    </dgm:pt>
    <dgm:pt modelId="{4C3C77C6-EB78-47DA-B66D-0AFDEB52E617}" type="pres">
      <dgm:prSet presAssocID="{493E0447-552A-4944-860F-D946407ECB0D}" presName="rootText" presStyleLbl="node1" presStyleIdx="0" presStyleCnt="6"/>
      <dgm:spPr/>
    </dgm:pt>
    <dgm:pt modelId="{3FC9F4D5-1A8E-4246-878F-13F1B1966C32}" type="pres">
      <dgm:prSet presAssocID="{493E0447-552A-4944-860F-D946407ECB0D}" presName="rootConnector" presStyleLbl="node1" presStyleIdx="0" presStyleCnt="6"/>
      <dgm:spPr/>
    </dgm:pt>
    <dgm:pt modelId="{9E48E705-F15D-4089-B7C4-F4D988C689E6}" type="pres">
      <dgm:prSet presAssocID="{493E0447-552A-4944-860F-D946407ECB0D}" presName="childShape" presStyleCnt="0"/>
      <dgm:spPr/>
    </dgm:pt>
    <dgm:pt modelId="{A54E0B88-85D7-436A-882B-02D282891A3D}" type="pres">
      <dgm:prSet presAssocID="{1E2D2D3F-8D34-400A-8D5A-8856BA1C70CD}" presName="root" presStyleCnt="0"/>
      <dgm:spPr/>
    </dgm:pt>
    <dgm:pt modelId="{E7D1F141-5D06-41C7-9610-5BA784DB407C}" type="pres">
      <dgm:prSet presAssocID="{1E2D2D3F-8D34-400A-8D5A-8856BA1C70CD}" presName="rootComposite" presStyleCnt="0"/>
      <dgm:spPr/>
    </dgm:pt>
    <dgm:pt modelId="{1217E325-8D27-493A-ACBB-32AC900A8088}" type="pres">
      <dgm:prSet presAssocID="{1E2D2D3F-8D34-400A-8D5A-8856BA1C70CD}" presName="rootText" presStyleLbl="node1" presStyleIdx="1" presStyleCnt="6"/>
      <dgm:spPr/>
    </dgm:pt>
    <dgm:pt modelId="{BB85AEF5-6AB2-440F-9296-7C087E9DD340}" type="pres">
      <dgm:prSet presAssocID="{1E2D2D3F-8D34-400A-8D5A-8856BA1C70CD}" presName="rootConnector" presStyleLbl="node1" presStyleIdx="1" presStyleCnt="6"/>
      <dgm:spPr/>
    </dgm:pt>
    <dgm:pt modelId="{ACCB9330-4563-43E2-90AA-419616FA16AE}" type="pres">
      <dgm:prSet presAssocID="{1E2D2D3F-8D34-400A-8D5A-8856BA1C70CD}" presName="childShape" presStyleCnt="0"/>
      <dgm:spPr/>
    </dgm:pt>
    <dgm:pt modelId="{9C0D95E3-C3CB-4835-82EF-B4CFD392E2A2}" type="pres">
      <dgm:prSet presAssocID="{DE471915-4675-474B-BDCE-B1F03DBD98A4}" presName="root" presStyleCnt="0"/>
      <dgm:spPr/>
    </dgm:pt>
    <dgm:pt modelId="{39901797-29FA-4B1F-A1A1-4E986A18FCDB}" type="pres">
      <dgm:prSet presAssocID="{DE471915-4675-474B-BDCE-B1F03DBD98A4}" presName="rootComposite" presStyleCnt="0"/>
      <dgm:spPr/>
    </dgm:pt>
    <dgm:pt modelId="{8AC12B65-E066-4DC1-BC21-31F0B0293C7C}" type="pres">
      <dgm:prSet presAssocID="{DE471915-4675-474B-BDCE-B1F03DBD98A4}" presName="rootText" presStyleLbl="node1" presStyleIdx="2" presStyleCnt="6"/>
      <dgm:spPr/>
    </dgm:pt>
    <dgm:pt modelId="{5804ECFB-D767-4621-B286-BA7216B1D2B0}" type="pres">
      <dgm:prSet presAssocID="{DE471915-4675-474B-BDCE-B1F03DBD98A4}" presName="rootConnector" presStyleLbl="node1" presStyleIdx="2" presStyleCnt="6"/>
      <dgm:spPr/>
    </dgm:pt>
    <dgm:pt modelId="{F1E9F6B0-F4F6-42DC-99B9-786A175182F3}" type="pres">
      <dgm:prSet presAssocID="{DE471915-4675-474B-BDCE-B1F03DBD98A4}" presName="childShape" presStyleCnt="0"/>
      <dgm:spPr/>
    </dgm:pt>
    <dgm:pt modelId="{1E741923-59A7-491A-B350-156E768DFA7F}" type="pres">
      <dgm:prSet presAssocID="{CEFAAC09-D15D-4A88-90DC-540179EB27E1}" presName="root" presStyleCnt="0"/>
      <dgm:spPr/>
    </dgm:pt>
    <dgm:pt modelId="{A23AEE61-05E9-4ADF-A1AE-81E62B12B22E}" type="pres">
      <dgm:prSet presAssocID="{CEFAAC09-D15D-4A88-90DC-540179EB27E1}" presName="rootComposite" presStyleCnt="0"/>
      <dgm:spPr/>
    </dgm:pt>
    <dgm:pt modelId="{F3D8C3C6-C0AE-4D66-A219-2F96E4092991}" type="pres">
      <dgm:prSet presAssocID="{CEFAAC09-D15D-4A88-90DC-540179EB27E1}" presName="rootText" presStyleLbl="node1" presStyleIdx="3" presStyleCnt="6"/>
      <dgm:spPr/>
    </dgm:pt>
    <dgm:pt modelId="{EF8340CD-2695-40F7-A0FC-559B31868CF3}" type="pres">
      <dgm:prSet presAssocID="{CEFAAC09-D15D-4A88-90DC-540179EB27E1}" presName="rootConnector" presStyleLbl="node1" presStyleIdx="3" presStyleCnt="6"/>
      <dgm:spPr/>
    </dgm:pt>
    <dgm:pt modelId="{2F48A1B3-2CB9-41BE-B920-ADA921A39BD0}" type="pres">
      <dgm:prSet presAssocID="{CEFAAC09-D15D-4A88-90DC-540179EB27E1}" presName="childShape" presStyleCnt="0"/>
      <dgm:spPr/>
    </dgm:pt>
    <dgm:pt modelId="{AB1C807F-13B1-48AC-B8E0-D6EB63064CF8}" type="pres">
      <dgm:prSet presAssocID="{074B6139-F7AC-4BA4-ADC1-16D1587E31EA}" presName="root" presStyleCnt="0"/>
      <dgm:spPr/>
    </dgm:pt>
    <dgm:pt modelId="{EDEA1DC6-ABB8-4640-B7AA-31B0CEFE56B9}" type="pres">
      <dgm:prSet presAssocID="{074B6139-F7AC-4BA4-ADC1-16D1587E31EA}" presName="rootComposite" presStyleCnt="0"/>
      <dgm:spPr/>
    </dgm:pt>
    <dgm:pt modelId="{44FBD1A7-4BB0-450E-913F-E3B1FC465A01}" type="pres">
      <dgm:prSet presAssocID="{074B6139-F7AC-4BA4-ADC1-16D1587E31EA}" presName="rootText" presStyleLbl="node1" presStyleIdx="4" presStyleCnt="6"/>
      <dgm:spPr/>
    </dgm:pt>
    <dgm:pt modelId="{1A1B5FCF-5272-4F0A-8652-58FFA98D05E9}" type="pres">
      <dgm:prSet presAssocID="{074B6139-F7AC-4BA4-ADC1-16D1587E31EA}" presName="rootConnector" presStyleLbl="node1" presStyleIdx="4" presStyleCnt="6"/>
      <dgm:spPr/>
    </dgm:pt>
    <dgm:pt modelId="{7EE58E93-6DAD-4C72-86F9-DD854BBF289E}" type="pres">
      <dgm:prSet presAssocID="{074B6139-F7AC-4BA4-ADC1-16D1587E31EA}" presName="childShape" presStyleCnt="0"/>
      <dgm:spPr/>
    </dgm:pt>
    <dgm:pt modelId="{65F1896F-E4A8-4407-891F-975CAF60D824}" type="pres">
      <dgm:prSet presAssocID="{FE5DC908-20D5-445A-AEB9-8C34696A66C8}" presName="root" presStyleCnt="0"/>
      <dgm:spPr/>
    </dgm:pt>
    <dgm:pt modelId="{EDA82646-8D3A-4928-9B8F-6E6B7E99524E}" type="pres">
      <dgm:prSet presAssocID="{FE5DC908-20D5-445A-AEB9-8C34696A66C8}" presName="rootComposite" presStyleCnt="0"/>
      <dgm:spPr/>
    </dgm:pt>
    <dgm:pt modelId="{1E22CA12-3E90-453B-850B-639F375DD8D6}" type="pres">
      <dgm:prSet presAssocID="{FE5DC908-20D5-445A-AEB9-8C34696A66C8}" presName="rootText" presStyleLbl="node1" presStyleIdx="5" presStyleCnt="6"/>
      <dgm:spPr/>
    </dgm:pt>
    <dgm:pt modelId="{58C4BB38-EDB7-4E68-8C4A-AA03A4A99661}" type="pres">
      <dgm:prSet presAssocID="{FE5DC908-20D5-445A-AEB9-8C34696A66C8}" presName="rootConnector" presStyleLbl="node1" presStyleIdx="5" presStyleCnt="6"/>
      <dgm:spPr/>
    </dgm:pt>
    <dgm:pt modelId="{E241220B-B36B-44D4-BAED-085891A10FF7}" type="pres">
      <dgm:prSet presAssocID="{FE5DC908-20D5-445A-AEB9-8C34696A66C8}" presName="childShape" presStyleCnt="0"/>
      <dgm:spPr/>
    </dgm:pt>
  </dgm:ptLst>
  <dgm:cxnLst>
    <dgm:cxn modelId="{1F09E307-B01B-4ECE-961E-6D2B1EB8700F}" srcId="{B2F1AF9D-A9C3-48DA-81E8-7DEDA6C60E22}" destId="{493E0447-552A-4944-860F-D946407ECB0D}" srcOrd="0" destOrd="0" parTransId="{889D3E96-6B51-44BD-9824-1012E1041FCB}" sibTransId="{207FBA50-366E-44E8-AF56-EE73AD788D01}"/>
    <dgm:cxn modelId="{CFBD0313-68C0-40C8-9B42-BF9B3E4DED64}" type="presOf" srcId="{CEFAAC09-D15D-4A88-90DC-540179EB27E1}" destId="{EF8340CD-2695-40F7-A0FC-559B31868CF3}" srcOrd="1" destOrd="0" presId="urn:microsoft.com/office/officeart/2005/8/layout/hierarchy3"/>
    <dgm:cxn modelId="{0DB4151E-E959-4AEB-83F4-AB9215E9E44A}" type="presOf" srcId="{CEFAAC09-D15D-4A88-90DC-540179EB27E1}" destId="{F3D8C3C6-C0AE-4D66-A219-2F96E4092991}" srcOrd="0" destOrd="0" presId="urn:microsoft.com/office/officeart/2005/8/layout/hierarchy3"/>
    <dgm:cxn modelId="{13C2AD2E-68FA-49EC-8C74-4217260A117E}" type="presOf" srcId="{074B6139-F7AC-4BA4-ADC1-16D1587E31EA}" destId="{1A1B5FCF-5272-4F0A-8652-58FFA98D05E9}" srcOrd="1" destOrd="0" presId="urn:microsoft.com/office/officeart/2005/8/layout/hierarchy3"/>
    <dgm:cxn modelId="{19940334-DE70-4BA1-82A2-819A3601F309}" type="presOf" srcId="{DE471915-4675-474B-BDCE-B1F03DBD98A4}" destId="{8AC12B65-E066-4DC1-BC21-31F0B0293C7C}" srcOrd="0" destOrd="0" presId="urn:microsoft.com/office/officeart/2005/8/layout/hierarchy3"/>
    <dgm:cxn modelId="{0AA82361-16CF-4938-9585-87C499D0A9AA}" srcId="{B2F1AF9D-A9C3-48DA-81E8-7DEDA6C60E22}" destId="{074B6139-F7AC-4BA4-ADC1-16D1587E31EA}" srcOrd="4" destOrd="0" parTransId="{9D25EF42-54AF-4FCB-AC16-B6DF2849FB56}" sibTransId="{1F052DA6-55E4-4A2F-8348-1575BEB5211E}"/>
    <dgm:cxn modelId="{E7051B47-0753-42BE-B3CF-E60B458CB003}" type="presOf" srcId="{DE471915-4675-474B-BDCE-B1F03DBD98A4}" destId="{5804ECFB-D767-4621-B286-BA7216B1D2B0}" srcOrd="1" destOrd="0" presId="urn:microsoft.com/office/officeart/2005/8/layout/hierarchy3"/>
    <dgm:cxn modelId="{5BCF5B67-F65D-4117-941F-7771B5B1D33B}" type="presOf" srcId="{493E0447-552A-4944-860F-D946407ECB0D}" destId="{4C3C77C6-EB78-47DA-B66D-0AFDEB52E617}" srcOrd="0" destOrd="0" presId="urn:microsoft.com/office/officeart/2005/8/layout/hierarchy3"/>
    <dgm:cxn modelId="{32FBF948-0A2E-4FBD-A7DC-A3E07D06A5D5}" type="presOf" srcId="{FE5DC908-20D5-445A-AEB9-8C34696A66C8}" destId="{1E22CA12-3E90-453B-850B-639F375DD8D6}" srcOrd="0" destOrd="0" presId="urn:microsoft.com/office/officeart/2005/8/layout/hierarchy3"/>
    <dgm:cxn modelId="{DA9E7457-9F24-43C6-873E-D44348D59383}" srcId="{B2F1AF9D-A9C3-48DA-81E8-7DEDA6C60E22}" destId="{FE5DC908-20D5-445A-AEB9-8C34696A66C8}" srcOrd="5" destOrd="0" parTransId="{9D2F2CD8-8AE5-4DB6-9C3E-64FFEED62439}" sibTransId="{E4061EE3-6313-4F62-8937-E6233714303A}"/>
    <dgm:cxn modelId="{948EE757-78BA-4E7B-93AB-B2F05761C9DC}" type="presOf" srcId="{493E0447-552A-4944-860F-D946407ECB0D}" destId="{3FC9F4D5-1A8E-4246-878F-13F1B1966C32}" srcOrd="1" destOrd="0" presId="urn:microsoft.com/office/officeart/2005/8/layout/hierarchy3"/>
    <dgm:cxn modelId="{75148E8D-5C49-448A-AC37-DCAAC91B70F6}" srcId="{B2F1AF9D-A9C3-48DA-81E8-7DEDA6C60E22}" destId="{DE471915-4675-474B-BDCE-B1F03DBD98A4}" srcOrd="2" destOrd="0" parTransId="{9519D155-BF8F-4EDA-9690-F5AC0BF2F605}" sibTransId="{0214C74D-4B3F-4C93-81C0-AF6FE8A48CB0}"/>
    <dgm:cxn modelId="{9854CC9A-08D5-47AF-98A1-FF6CCC538807}" type="presOf" srcId="{FE5DC908-20D5-445A-AEB9-8C34696A66C8}" destId="{58C4BB38-EDB7-4E68-8C4A-AA03A4A99661}" srcOrd="1" destOrd="0" presId="urn:microsoft.com/office/officeart/2005/8/layout/hierarchy3"/>
    <dgm:cxn modelId="{17C4FA9A-B7A3-43C8-9F67-82881D45A645}" type="presOf" srcId="{1E2D2D3F-8D34-400A-8D5A-8856BA1C70CD}" destId="{1217E325-8D27-493A-ACBB-32AC900A8088}" srcOrd="0" destOrd="0" presId="urn:microsoft.com/office/officeart/2005/8/layout/hierarchy3"/>
    <dgm:cxn modelId="{57D391A4-C4A5-4D95-917F-09A493584167}" type="presOf" srcId="{1E2D2D3F-8D34-400A-8D5A-8856BA1C70CD}" destId="{BB85AEF5-6AB2-440F-9296-7C087E9DD340}" srcOrd="1" destOrd="0" presId="urn:microsoft.com/office/officeart/2005/8/layout/hierarchy3"/>
    <dgm:cxn modelId="{A53E0CB4-AB85-40AA-B344-9DEEE8FB4190}" type="presOf" srcId="{B2F1AF9D-A9C3-48DA-81E8-7DEDA6C60E22}" destId="{3FDAC08D-0309-4A12-AF2C-B4148F1D901F}" srcOrd="0" destOrd="0" presId="urn:microsoft.com/office/officeart/2005/8/layout/hierarchy3"/>
    <dgm:cxn modelId="{9AEA50DE-DD9E-4CC3-86C5-3AF1E23A2BCF}" type="presOf" srcId="{074B6139-F7AC-4BA4-ADC1-16D1587E31EA}" destId="{44FBD1A7-4BB0-450E-913F-E3B1FC465A01}" srcOrd="0" destOrd="0" presId="urn:microsoft.com/office/officeart/2005/8/layout/hierarchy3"/>
    <dgm:cxn modelId="{D5DA94F5-59E2-452C-9826-E9E12BB9990D}" srcId="{B2F1AF9D-A9C3-48DA-81E8-7DEDA6C60E22}" destId="{1E2D2D3F-8D34-400A-8D5A-8856BA1C70CD}" srcOrd="1" destOrd="0" parTransId="{106BE01C-8017-440C-B910-AF8886705162}" sibTransId="{E96B5860-CBF9-4248-96CD-1D62E7781493}"/>
    <dgm:cxn modelId="{5002C8FE-2AD6-4D56-95B7-E49AD9C9F9F0}" srcId="{B2F1AF9D-A9C3-48DA-81E8-7DEDA6C60E22}" destId="{CEFAAC09-D15D-4A88-90DC-540179EB27E1}" srcOrd="3" destOrd="0" parTransId="{915D0581-8C8C-441C-B4A3-8CD1561412EC}" sibTransId="{2135E483-FD12-4064-AB1F-8E5A7DEC484E}"/>
    <dgm:cxn modelId="{CA9BE9C6-582C-4CD9-A602-575C04E167B3}" type="presParOf" srcId="{3FDAC08D-0309-4A12-AF2C-B4148F1D901F}" destId="{90800A07-0793-4EC6-92B2-5D949C419068}" srcOrd="0" destOrd="0" presId="urn:microsoft.com/office/officeart/2005/8/layout/hierarchy3"/>
    <dgm:cxn modelId="{6717F3AA-069E-4172-AD50-578F549525A4}" type="presParOf" srcId="{90800A07-0793-4EC6-92B2-5D949C419068}" destId="{A1B3B081-65EE-45E8-BCDB-591273A359FF}" srcOrd="0" destOrd="0" presId="urn:microsoft.com/office/officeart/2005/8/layout/hierarchy3"/>
    <dgm:cxn modelId="{F8FA2FB4-8EBF-47CA-890D-44CAE5B11B41}" type="presParOf" srcId="{A1B3B081-65EE-45E8-BCDB-591273A359FF}" destId="{4C3C77C6-EB78-47DA-B66D-0AFDEB52E617}" srcOrd="0" destOrd="0" presId="urn:microsoft.com/office/officeart/2005/8/layout/hierarchy3"/>
    <dgm:cxn modelId="{FE461508-08CE-4390-9E7F-5882D4E7106A}" type="presParOf" srcId="{A1B3B081-65EE-45E8-BCDB-591273A359FF}" destId="{3FC9F4D5-1A8E-4246-878F-13F1B1966C32}" srcOrd="1" destOrd="0" presId="urn:microsoft.com/office/officeart/2005/8/layout/hierarchy3"/>
    <dgm:cxn modelId="{3CCBEBAA-39FB-433C-BB4F-2E3BE96FD337}" type="presParOf" srcId="{90800A07-0793-4EC6-92B2-5D949C419068}" destId="{9E48E705-F15D-4089-B7C4-F4D988C689E6}" srcOrd="1" destOrd="0" presId="urn:microsoft.com/office/officeart/2005/8/layout/hierarchy3"/>
    <dgm:cxn modelId="{9A190001-BCB3-4D57-BBCE-FAD34E738014}" type="presParOf" srcId="{3FDAC08D-0309-4A12-AF2C-B4148F1D901F}" destId="{A54E0B88-85D7-436A-882B-02D282891A3D}" srcOrd="1" destOrd="0" presId="urn:microsoft.com/office/officeart/2005/8/layout/hierarchy3"/>
    <dgm:cxn modelId="{6E935841-AB36-41FE-80DF-5A9B7B639FF3}" type="presParOf" srcId="{A54E0B88-85D7-436A-882B-02D282891A3D}" destId="{E7D1F141-5D06-41C7-9610-5BA784DB407C}" srcOrd="0" destOrd="0" presId="urn:microsoft.com/office/officeart/2005/8/layout/hierarchy3"/>
    <dgm:cxn modelId="{6545EF60-B487-42E4-BC78-865120601A19}" type="presParOf" srcId="{E7D1F141-5D06-41C7-9610-5BA784DB407C}" destId="{1217E325-8D27-493A-ACBB-32AC900A8088}" srcOrd="0" destOrd="0" presId="urn:microsoft.com/office/officeart/2005/8/layout/hierarchy3"/>
    <dgm:cxn modelId="{50A0790D-8E6B-4961-A5A0-AAE8BA5A224E}" type="presParOf" srcId="{E7D1F141-5D06-41C7-9610-5BA784DB407C}" destId="{BB85AEF5-6AB2-440F-9296-7C087E9DD340}" srcOrd="1" destOrd="0" presId="urn:microsoft.com/office/officeart/2005/8/layout/hierarchy3"/>
    <dgm:cxn modelId="{73FFC171-C994-49D1-9E39-49333E5C2221}" type="presParOf" srcId="{A54E0B88-85D7-436A-882B-02D282891A3D}" destId="{ACCB9330-4563-43E2-90AA-419616FA16AE}" srcOrd="1" destOrd="0" presId="urn:microsoft.com/office/officeart/2005/8/layout/hierarchy3"/>
    <dgm:cxn modelId="{271DE176-4CFB-40E3-AA00-6902D6F6DFC8}" type="presParOf" srcId="{3FDAC08D-0309-4A12-AF2C-B4148F1D901F}" destId="{9C0D95E3-C3CB-4835-82EF-B4CFD392E2A2}" srcOrd="2" destOrd="0" presId="urn:microsoft.com/office/officeart/2005/8/layout/hierarchy3"/>
    <dgm:cxn modelId="{B7294278-D41D-4813-93F5-985A7A5AE7A0}" type="presParOf" srcId="{9C0D95E3-C3CB-4835-82EF-B4CFD392E2A2}" destId="{39901797-29FA-4B1F-A1A1-4E986A18FCDB}" srcOrd="0" destOrd="0" presId="urn:microsoft.com/office/officeart/2005/8/layout/hierarchy3"/>
    <dgm:cxn modelId="{A6550BE3-3278-4ED7-A67B-FAFD75EEBA62}" type="presParOf" srcId="{39901797-29FA-4B1F-A1A1-4E986A18FCDB}" destId="{8AC12B65-E066-4DC1-BC21-31F0B0293C7C}" srcOrd="0" destOrd="0" presId="urn:microsoft.com/office/officeart/2005/8/layout/hierarchy3"/>
    <dgm:cxn modelId="{D3A6F747-B769-496D-BEBD-611FCD87DCA8}" type="presParOf" srcId="{39901797-29FA-4B1F-A1A1-4E986A18FCDB}" destId="{5804ECFB-D767-4621-B286-BA7216B1D2B0}" srcOrd="1" destOrd="0" presId="urn:microsoft.com/office/officeart/2005/8/layout/hierarchy3"/>
    <dgm:cxn modelId="{4A700DC9-A869-4869-861F-EEA720F98925}" type="presParOf" srcId="{9C0D95E3-C3CB-4835-82EF-B4CFD392E2A2}" destId="{F1E9F6B0-F4F6-42DC-99B9-786A175182F3}" srcOrd="1" destOrd="0" presId="urn:microsoft.com/office/officeart/2005/8/layout/hierarchy3"/>
    <dgm:cxn modelId="{E5DBF41F-24FF-47E5-803C-086FF34439AE}" type="presParOf" srcId="{3FDAC08D-0309-4A12-AF2C-B4148F1D901F}" destId="{1E741923-59A7-491A-B350-156E768DFA7F}" srcOrd="3" destOrd="0" presId="urn:microsoft.com/office/officeart/2005/8/layout/hierarchy3"/>
    <dgm:cxn modelId="{3450823C-5C78-4A77-92D5-A8E15E917BC0}" type="presParOf" srcId="{1E741923-59A7-491A-B350-156E768DFA7F}" destId="{A23AEE61-05E9-4ADF-A1AE-81E62B12B22E}" srcOrd="0" destOrd="0" presId="urn:microsoft.com/office/officeart/2005/8/layout/hierarchy3"/>
    <dgm:cxn modelId="{FDCAE9E7-FB5E-40D8-9B57-64D4DEB40EF7}" type="presParOf" srcId="{A23AEE61-05E9-4ADF-A1AE-81E62B12B22E}" destId="{F3D8C3C6-C0AE-4D66-A219-2F96E4092991}" srcOrd="0" destOrd="0" presId="urn:microsoft.com/office/officeart/2005/8/layout/hierarchy3"/>
    <dgm:cxn modelId="{98C33557-1B5E-42DB-9610-B9428B36B6CE}" type="presParOf" srcId="{A23AEE61-05E9-4ADF-A1AE-81E62B12B22E}" destId="{EF8340CD-2695-40F7-A0FC-559B31868CF3}" srcOrd="1" destOrd="0" presId="urn:microsoft.com/office/officeart/2005/8/layout/hierarchy3"/>
    <dgm:cxn modelId="{FF93962C-3EC2-495A-85E3-12EBBA13D591}" type="presParOf" srcId="{1E741923-59A7-491A-B350-156E768DFA7F}" destId="{2F48A1B3-2CB9-41BE-B920-ADA921A39BD0}" srcOrd="1" destOrd="0" presId="urn:microsoft.com/office/officeart/2005/8/layout/hierarchy3"/>
    <dgm:cxn modelId="{2AC5C390-53CC-4C10-B544-218CB07467D7}" type="presParOf" srcId="{3FDAC08D-0309-4A12-AF2C-B4148F1D901F}" destId="{AB1C807F-13B1-48AC-B8E0-D6EB63064CF8}" srcOrd="4" destOrd="0" presId="urn:microsoft.com/office/officeart/2005/8/layout/hierarchy3"/>
    <dgm:cxn modelId="{9B1D07C6-3C21-49A2-8D0A-D396F1FF2BE9}" type="presParOf" srcId="{AB1C807F-13B1-48AC-B8E0-D6EB63064CF8}" destId="{EDEA1DC6-ABB8-4640-B7AA-31B0CEFE56B9}" srcOrd="0" destOrd="0" presId="urn:microsoft.com/office/officeart/2005/8/layout/hierarchy3"/>
    <dgm:cxn modelId="{8D3C025E-83D7-4F0A-9B05-26441B1419A8}" type="presParOf" srcId="{EDEA1DC6-ABB8-4640-B7AA-31B0CEFE56B9}" destId="{44FBD1A7-4BB0-450E-913F-E3B1FC465A01}" srcOrd="0" destOrd="0" presId="urn:microsoft.com/office/officeart/2005/8/layout/hierarchy3"/>
    <dgm:cxn modelId="{D78151D8-B8E3-4AFF-A0F6-DE1C23AD7D2A}" type="presParOf" srcId="{EDEA1DC6-ABB8-4640-B7AA-31B0CEFE56B9}" destId="{1A1B5FCF-5272-4F0A-8652-58FFA98D05E9}" srcOrd="1" destOrd="0" presId="urn:microsoft.com/office/officeart/2005/8/layout/hierarchy3"/>
    <dgm:cxn modelId="{56A2A35A-FF3D-4769-80EB-EAA158BB0903}" type="presParOf" srcId="{AB1C807F-13B1-48AC-B8E0-D6EB63064CF8}" destId="{7EE58E93-6DAD-4C72-86F9-DD854BBF289E}" srcOrd="1" destOrd="0" presId="urn:microsoft.com/office/officeart/2005/8/layout/hierarchy3"/>
    <dgm:cxn modelId="{5385F51E-2868-4E07-89B4-E91833BE859E}" type="presParOf" srcId="{3FDAC08D-0309-4A12-AF2C-B4148F1D901F}" destId="{65F1896F-E4A8-4407-891F-975CAF60D824}" srcOrd="5" destOrd="0" presId="urn:microsoft.com/office/officeart/2005/8/layout/hierarchy3"/>
    <dgm:cxn modelId="{CA35265B-1114-44BC-9913-607DA5CDBA92}" type="presParOf" srcId="{65F1896F-E4A8-4407-891F-975CAF60D824}" destId="{EDA82646-8D3A-4928-9B8F-6E6B7E99524E}" srcOrd="0" destOrd="0" presId="urn:microsoft.com/office/officeart/2005/8/layout/hierarchy3"/>
    <dgm:cxn modelId="{378A0060-B570-4814-BBC2-53503AC69394}" type="presParOf" srcId="{EDA82646-8D3A-4928-9B8F-6E6B7E99524E}" destId="{1E22CA12-3E90-453B-850B-639F375DD8D6}" srcOrd="0" destOrd="0" presId="urn:microsoft.com/office/officeart/2005/8/layout/hierarchy3"/>
    <dgm:cxn modelId="{6C932186-A0B6-43C7-99FA-3D48DE5B627A}" type="presParOf" srcId="{EDA82646-8D3A-4928-9B8F-6E6B7E99524E}" destId="{58C4BB38-EDB7-4E68-8C4A-AA03A4A99661}" srcOrd="1" destOrd="0" presId="urn:microsoft.com/office/officeart/2005/8/layout/hierarchy3"/>
    <dgm:cxn modelId="{4665A03C-4A6F-467F-828D-14E6B88BFAAA}" type="presParOf" srcId="{65F1896F-E4A8-4407-891F-975CAF60D824}" destId="{E241220B-B36B-44D4-BAED-085891A10FF7}" srcOrd="1" destOrd="0" presId="urn:microsoft.com/office/officeart/2005/8/layout/hierarchy3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6BD7935F-CAAA-4DCA-A605-E4C8AF26B04B}" type="doc">
      <dgm:prSet loTypeId="urn:microsoft.com/office/officeart/2005/8/layout/hList7" loCatId="list" qsTypeId="urn:microsoft.com/office/officeart/2005/8/quickstyle/simple1#5" qsCatId="simple" csTypeId="urn:microsoft.com/office/officeart/2005/8/colors/colorful5#1" csCatId="colorful" phldr="1"/>
      <dgm:spPr/>
      <dgm:t>
        <a:bodyPr/>
        <a:lstStyle/>
        <a:p>
          <a:endParaRPr lang="fr-FR"/>
        </a:p>
      </dgm:t>
    </dgm:pt>
    <dgm:pt modelId="{03EE5DD1-1B48-4007-9E86-EE2387BF80D6}">
      <dgm:prSet/>
      <dgm:spPr/>
      <dgm:t>
        <a:bodyPr/>
        <a:lstStyle/>
        <a:p>
          <a:r>
            <a:rPr lang="fr-FR" dirty="0"/>
            <a:t>Qwen3.5-35B-A3B</a:t>
          </a:r>
        </a:p>
      </dgm:t>
    </dgm:pt>
    <dgm:pt modelId="{299FCDD9-7FB5-4161-B55C-03548A136AE5}" type="parTrans" cxnId="{A7E14B0A-96ED-4C1D-9376-385B12ED766E}">
      <dgm:prSet/>
      <dgm:spPr/>
      <dgm:t>
        <a:bodyPr/>
        <a:lstStyle/>
        <a:p>
          <a:endParaRPr lang="fr-FR"/>
        </a:p>
      </dgm:t>
    </dgm:pt>
    <dgm:pt modelId="{65A22041-8ECC-43D4-982A-88910E3798CE}" type="sibTrans" cxnId="{A7E14B0A-96ED-4C1D-9376-385B12ED766E}">
      <dgm:prSet/>
      <dgm:spPr/>
      <dgm:t>
        <a:bodyPr/>
        <a:lstStyle/>
        <a:p>
          <a:endParaRPr lang="fr-FR"/>
        </a:p>
      </dgm:t>
    </dgm:pt>
    <dgm:pt modelId="{9EBAFBD7-39FD-48F6-B94D-51EF4C4DE64D}">
      <dgm:prSet/>
      <dgm:spPr/>
      <dgm:t>
        <a:bodyPr/>
        <a:lstStyle/>
        <a:p>
          <a:r>
            <a:rPr lang="fr-FR"/>
            <a:t>GLM-4.6V-Flash</a:t>
          </a:r>
        </a:p>
      </dgm:t>
    </dgm:pt>
    <dgm:pt modelId="{DDDDE6B6-6B31-4D7E-A608-96E6D94203A1}" type="parTrans" cxnId="{55D03993-05C7-4DAC-A5F3-D38570758F2D}">
      <dgm:prSet/>
      <dgm:spPr/>
      <dgm:t>
        <a:bodyPr/>
        <a:lstStyle/>
        <a:p>
          <a:endParaRPr lang="fr-FR"/>
        </a:p>
      </dgm:t>
    </dgm:pt>
    <dgm:pt modelId="{2E5CB109-60A2-408B-80D9-B5B6D40A8EF4}" type="sibTrans" cxnId="{55D03993-05C7-4DAC-A5F3-D38570758F2D}">
      <dgm:prSet/>
      <dgm:spPr/>
      <dgm:t>
        <a:bodyPr/>
        <a:lstStyle/>
        <a:p>
          <a:endParaRPr lang="fr-FR"/>
        </a:p>
      </dgm:t>
    </dgm:pt>
    <dgm:pt modelId="{215B4AA4-1E11-4AC5-AE23-5B0463FBD2B1}">
      <dgm:prSet/>
      <dgm:spPr/>
      <dgm:t>
        <a:bodyPr/>
        <a:lstStyle/>
        <a:p>
          <a:r>
            <a:rPr lang="fr-FR"/>
            <a:t>Gemma-4-E4B</a:t>
          </a:r>
        </a:p>
      </dgm:t>
    </dgm:pt>
    <dgm:pt modelId="{2BBAFFDB-895F-48C2-9980-D5B7548B3687}" type="parTrans" cxnId="{150D4815-E73E-4843-AA5B-D60E76653BB0}">
      <dgm:prSet/>
      <dgm:spPr/>
      <dgm:t>
        <a:bodyPr/>
        <a:lstStyle/>
        <a:p>
          <a:endParaRPr lang="fr-FR"/>
        </a:p>
      </dgm:t>
    </dgm:pt>
    <dgm:pt modelId="{177F9256-842D-4407-B8D0-E8E4DC100B90}" type="sibTrans" cxnId="{150D4815-E73E-4843-AA5B-D60E76653BB0}">
      <dgm:prSet/>
      <dgm:spPr/>
      <dgm:t>
        <a:bodyPr/>
        <a:lstStyle/>
        <a:p>
          <a:endParaRPr lang="fr-FR"/>
        </a:p>
      </dgm:t>
    </dgm:pt>
    <dgm:pt modelId="{30141E59-30F4-4CFC-BBC7-D8F50107F859}" type="pres">
      <dgm:prSet presAssocID="{6BD7935F-CAAA-4DCA-A605-E4C8AF26B04B}" presName="Name0" presStyleCnt="0">
        <dgm:presLayoutVars>
          <dgm:dir/>
          <dgm:resizeHandles val="exact"/>
        </dgm:presLayoutVars>
      </dgm:prSet>
      <dgm:spPr/>
    </dgm:pt>
    <dgm:pt modelId="{C2723AC4-E0A0-4672-AEB1-A7C9109005BD}" type="pres">
      <dgm:prSet presAssocID="{6BD7935F-CAAA-4DCA-A605-E4C8AF26B04B}" presName="fgShape" presStyleLbl="fgShp" presStyleIdx="0" presStyleCnt="1"/>
      <dgm:spPr/>
    </dgm:pt>
    <dgm:pt modelId="{8A5D3325-8E35-49FB-9860-36BF5133A0CC}" type="pres">
      <dgm:prSet presAssocID="{6BD7935F-CAAA-4DCA-A605-E4C8AF26B04B}" presName="linComp" presStyleCnt="0"/>
      <dgm:spPr/>
    </dgm:pt>
    <dgm:pt modelId="{C24BFBD5-F78D-4C27-ADBC-26E7266F6F08}" type="pres">
      <dgm:prSet presAssocID="{03EE5DD1-1B48-4007-9E86-EE2387BF80D6}" presName="compNode" presStyleCnt="0"/>
      <dgm:spPr/>
    </dgm:pt>
    <dgm:pt modelId="{931EAC32-0578-4C47-A47D-41DC871D7644}" type="pres">
      <dgm:prSet presAssocID="{03EE5DD1-1B48-4007-9E86-EE2387BF80D6}" presName="bkgdShape" presStyleLbl="node1" presStyleIdx="0" presStyleCnt="3"/>
      <dgm:spPr/>
    </dgm:pt>
    <dgm:pt modelId="{67343339-F550-4FF2-A2AE-FA360D2B0301}" type="pres">
      <dgm:prSet presAssocID="{03EE5DD1-1B48-4007-9E86-EE2387BF80D6}" presName="nodeTx" presStyleLbl="node1" presStyleIdx="0" presStyleCnt="3">
        <dgm:presLayoutVars>
          <dgm:bulletEnabled val="1"/>
        </dgm:presLayoutVars>
      </dgm:prSet>
      <dgm:spPr/>
    </dgm:pt>
    <dgm:pt modelId="{9FBC32B9-0F27-41AE-AF87-772005437387}" type="pres">
      <dgm:prSet presAssocID="{03EE5DD1-1B48-4007-9E86-EE2387BF80D6}" presName="invisiNode" presStyleLbl="node1" presStyleIdx="0" presStyleCnt="3"/>
      <dgm:spPr/>
    </dgm:pt>
    <dgm:pt modelId="{4E71C29B-11E5-4552-AC6B-9AF94057835E}" type="pres">
      <dgm:prSet presAssocID="{03EE5DD1-1B48-4007-9E86-EE2387BF80D6}" presName="imagNode" presStyleLbl="fgImgPlace1" presStyleIdx="0" presStyleCnt="3"/>
      <dgm:spPr>
        <a:blipFill>
          <a:blip xmlns:r="http://schemas.openxmlformats.org/officeDocument/2006/relationships" r:embed="rId1">
            <a:extLst>
              <a:ext uri="{837473B0-CC2E-450A-ABE3-18F120FF3D39}">
                <a1611:picAttrSrcUrl xmlns:a1611="http://schemas.microsoft.com/office/drawing/2016/11/main" r:id="rId2"/>
              </a:ext>
            </a:extLst>
          </a:blip>
          <a:srcRect/>
          <a:stretch>
            <a:fillRect/>
          </a:stretch>
        </a:blipFill>
      </dgm:spPr>
    </dgm:pt>
    <dgm:pt modelId="{358B7B42-AA3F-4072-BBC6-31E853CA038B}" type="pres">
      <dgm:prSet presAssocID="{65A22041-8ECC-43D4-982A-88910E3798CE}" presName="sibTrans" presStyleLbl="sibTrans2D1" presStyleIdx="0" presStyleCnt="0"/>
      <dgm:spPr/>
    </dgm:pt>
    <dgm:pt modelId="{4ACE1B0D-F33A-40CB-B2A6-8CEF57E2FF12}" type="pres">
      <dgm:prSet presAssocID="{9EBAFBD7-39FD-48F6-B94D-51EF4C4DE64D}" presName="compNode" presStyleCnt="0"/>
      <dgm:spPr/>
    </dgm:pt>
    <dgm:pt modelId="{7BF83A77-7205-4B4B-94B4-70E246513DA0}" type="pres">
      <dgm:prSet presAssocID="{9EBAFBD7-39FD-48F6-B94D-51EF4C4DE64D}" presName="bkgdShape" presStyleLbl="node1" presStyleIdx="1" presStyleCnt="3"/>
      <dgm:spPr/>
    </dgm:pt>
    <dgm:pt modelId="{66709980-89CF-4352-9BC4-5007CAB177DC}" type="pres">
      <dgm:prSet presAssocID="{9EBAFBD7-39FD-48F6-B94D-51EF4C4DE64D}" presName="nodeTx" presStyleLbl="node1" presStyleIdx="1" presStyleCnt="3">
        <dgm:presLayoutVars>
          <dgm:bulletEnabled val="1"/>
        </dgm:presLayoutVars>
      </dgm:prSet>
      <dgm:spPr/>
    </dgm:pt>
    <dgm:pt modelId="{4E849B22-2F99-437E-B6AD-E11DAF70A87E}" type="pres">
      <dgm:prSet presAssocID="{9EBAFBD7-39FD-48F6-B94D-51EF4C4DE64D}" presName="invisiNode" presStyleLbl="node1" presStyleIdx="1" presStyleCnt="3"/>
      <dgm:spPr/>
    </dgm:pt>
    <dgm:pt modelId="{87B83C84-B245-4097-AB60-C0F299C71470}" type="pres">
      <dgm:prSet presAssocID="{9EBAFBD7-39FD-48F6-B94D-51EF4C4DE64D}" presName="imagNode" presStyleLbl="fgImgPlace1" presStyleIdx="1" presStyleCnt="3"/>
      <dgm:spPr>
        <a:blipFill>
          <a:blip xmlns:r="http://schemas.openxmlformats.org/officeDocument/2006/relationships" r:embed="rId3">
            <a:extLst>
              <a:ext uri="{837473B0-CC2E-450A-ABE3-18F120FF3D39}">
                <a1611:picAttrSrcUrl xmlns:a1611="http://schemas.microsoft.com/office/drawing/2016/11/main" r:id="rId4"/>
              </a:ext>
            </a:extLst>
          </a:blip>
          <a:srcRect/>
          <a:stretch>
            <a:fillRect/>
          </a:stretch>
        </a:blipFill>
      </dgm:spPr>
    </dgm:pt>
    <dgm:pt modelId="{9EC5CD91-F0C8-43A0-A474-2FD2901EA90D}" type="pres">
      <dgm:prSet presAssocID="{2E5CB109-60A2-408B-80D9-B5B6D40A8EF4}" presName="sibTrans" presStyleLbl="sibTrans2D1" presStyleIdx="0" presStyleCnt="0"/>
      <dgm:spPr/>
    </dgm:pt>
    <dgm:pt modelId="{4FEDBCAA-B4E0-458D-8470-061FC838C878}" type="pres">
      <dgm:prSet presAssocID="{215B4AA4-1E11-4AC5-AE23-5B0463FBD2B1}" presName="compNode" presStyleCnt="0"/>
      <dgm:spPr/>
    </dgm:pt>
    <dgm:pt modelId="{0C5BA97B-CB22-4F2F-BEF9-43A37849EFC0}" type="pres">
      <dgm:prSet presAssocID="{215B4AA4-1E11-4AC5-AE23-5B0463FBD2B1}" presName="bkgdShape" presStyleLbl="node1" presStyleIdx="2" presStyleCnt="3"/>
      <dgm:spPr/>
    </dgm:pt>
    <dgm:pt modelId="{18E0CCF3-202F-42ED-8923-F760D8846FC1}" type="pres">
      <dgm:prSet presAssocID="{215B4AA4-1E11-4AC5-AE23-5B0463FBD2B1}" presName="nodeTx" presStyleLbl="node1" presStyleIdx="2" presStyleCnt="3">
        <dgm:presLayoutVars>
          <dgm:bulletEnabled val="1"/>
        </dgm:presLayoutVars>
      </dgm:prSet>
      <dgm:spPr/>
    </dgm:pt>
    <dgm:pt modelId="{368A00F5-F6DA-4D63-8C44-756D4AD9607C}" type="pres">
      <dgm:prSet presAssocID="{215B4AA4-1E11-4AC5-AE23-5B0463FBD2B1}" presName="invisiNode" presStyleLbl="node1" presStyleIdx="2" presStyleCnt="3"/>
      <dgm:spPr/>
    </dgm:pt>
    <dgm:pt modelId="{78217FEC-9A7B-442A-903A-7A23F7721CCE}" type="pres">
      <dgm:prSet presAssocID="{215B4AA4-1E11-4AC5-AE23-5B0463FBD2B1}" presName="imagNode" presStyleLbl="fgImgPlace1" presStyleIdx="2" presStyleCnt="3"/>
      <dgm:spPr>
        <a:blipFill>
          <a:blip xmlns:r="http://schemas.openxmlformats.org/officeDocument/2006/relationships" r:embed="rId5">
            <a:extLst>
              <a:ext uri="{837473B0-CC2E-450A-ABE3-18F120FF3D39}">
                <a1611:picAttrSrcUrl xmlns:a1611="http://schemas.microsoft.com/office/drawing/2016/11/main" r:id="rId6"/>
              </a:ext>
            </a:extLst>
          </a:blip>
          <a:srcRect/>
          <a:stretch>
            <a:fillRect l="-15000" r="-15000"/>
          </a:stretch>
        </a:blipFill>
      </dgm:spPr>
    </dgm:pt>
  </dgm:ptLst>
  <dgm:cxnLst>
    <dgm:cxn modelId="{A4425F08-843A-48E8-A2EB-F11F44CB63D6}" type="presOf" srcId="{2E5CB109-60A2-408B-80D9-B5B6D40A8EF4}" destId="{9EC5CD91-F0C8-43A0-A474-2FD2901EA90D}" srcOrd="0" destOrd="0" presId="urn:microsoft.com/office/officeart/2005/8/layout/hList7"/>
    <dgm:cxn modelId="{A7E14B0A-96ED-4C1D-9376-385B12ED766E}" srcId="{6BD7935F-CAAA-4DCA-A605-E4C8AF26B04B}" destId="{03EE5DD1-1B48-4007-9E86-EE2387BF80D6}" srcOrd="0" destOrd="0" parTransId="{299FCDD9-7FB5-4161-B55C-03548A136AE5}" sibTransId="{65A22041-8ECC-43D4-982A-88910E3798CE}"/>
    <dgm:cxn modelId="{150D4815-E73E-4843-AA5B-D60E76653BB0}" srcId="{6BD7935F-CAAA-4DCA-A605-E4C8AF26B04B}" destId="{215B4AA4-1E11-4AC5-AE23-5B0463FBD2B1}" srcOrd="2" destOrd="0" parTransId="{2BBAFFDB-895F-48C2-9980-D5B7548B3687}" sibTransId="{177F9256-842D-4407-B8D0-E8E4DC100B90}"/>
    <dgm:cxn modelId="{A5C19320-A9AE-4D24-B62A-0FCA46436605}" type="presOf" srcId="{6BD7935F-CAAA-4DCA-A605-E4C8AF26B04B}" destId="{30141E59-30F4-4CFC-BBC7-D8F50107F859}" srcOrd="0" destOrd="0" presId="urn:microsoft.com/office/officeart/2005/8/layout/hList7"/>
    <dgm:cxn modelId="{D6A8CF3E-D39C-4EAC-B249-13C3E369B9A7}" type="presOf" srcId="{215B4AA4-1E11-4AC5-AE23-5B0463FBD2B1}" destId="{0C5BA97B-CB22-4F2F-BEF9-43A37849EFC0}" srcOrd="0" destOrd="0" presId="urn:microsoft.com/office/officeart/2005/8/layout/hList7"/>
    <dgm:cxn modelId="{422BA875-EA82-47BF-9589-AB6144273723}" type="presOf" srcId="{03EE5DD1-1B48-4007-9E86-EE2387BF80D6}" destId="{67343339-F550-4FF2-A2AE-FA360D2B0301}" srcOrd="1" destOrd="0" presId="urn:microsoft.com/office/officeart/2005/8/layout/hList7"/>
    <dgm:cxn modelId="{A55DF255-2BD8-4F3A-96D7-5E9BEEB09096}" type="presOf" srcId="{215B4AA4-1E11-4AC5-AE23-5B0463FBD2B1}" destId="{18E0CCF3-202F-42ED-8923-F760D8846FC1}" srcOrd="1" destOrd="0" presId="urn:microsoft.com/office/officeart/2005/8/layout/hList7"/>
    <dgm:cxn modelId="{55D03993-05C7-4DAC-A5F3-D38570758F2D}" srcId="{6BD7935F-CAAA-4DCA-A605-E4C8AF26B04B}" destId="{9EBAFBD7-39FD-48F6-B94D-51EF4C4DE64D}" srcOrd="1" destOrd="0" parTransId="{DDDDE6B6-6B31-4D7E-A608-96E6D94203A1}" sibTransId="{2E5CB109-60A2-408B-80D9-B5B6D40A8EF4}"/>
    <dgm:cxn modelId="{99A1C3A6-96B5-4144-A722-F92B759518BF}" type="presOf" srcId="{65A22041-8ECC-43D4-982A-88910E3798CE}" destId="{358B7B42-AA3F-4072-BBC6-31E853CA038B}" srcOrd="0" destOrd="0" presId="urn:microsoft.com/office/officeart/2005/8/layout/hList7"/>
    <dgm:cxn modelId="{5D840CAC-42C6-43C3-8DED-23D4AF47BA0E}" type="presOf" srcId="{03EE5DD1-1B48-4007-9E86-EE2387BF80D6}" destId="{931EAC32-0578-4C47-A47D-41DC871D7644}" srcOrd="0" destOrd="0" presId="urn:microsoft.com/office/officeart/2005/8/layout/hList7"/>
    <dgm:cxn modelId="{F423CBF3-8084-4F4C-99C1-9FECD00225CF}" type="presOf" srcId="{9EBAFBD7-39FD-48F6-B94D-51EF4C4DE64D}" destId="{7BF83A77-7205-4B4B-94B4-70E246513DA0}" srcOrd="0" destOrd="0" presId="urn:microsoft.com/office/officeart/2005/8/layout/hList7"/>
    <dgm:cxn modelId="{F3BC07F8-F3C8-4F59-91A3-BA6DB12879D4}" type="presOf" srcId="{9EBAFBD7-39FD-48F6-B94D-51EF4C4DE64D}" destId="{66709980-89CF-4352-9BC4-5007CAB177DC}" srcOrd="1" destOrd="0" presId="urn:microsoft.com/office/officeart/2005/8/layout/hList7"/>
    <dgm:cxn modelId="{57704982-3389-4BDC-8CA5-99DA9DD3EE45}" type="presParOf" srcId="{30141E59-30F4-4CFC-BBC7-D8F50107F859}" destId="{C2723AC4-E0A0-4672-AEB1-A7C9109005BD}" srcOrd="0" destOrd="0" presId="urn:microsoft.com/office/officeart/2005/8/layout/hList7"/>
    <dgm:cxn modelId="{75657983-F574-493E-8DEA-7CD2849289B1}" type="presParOf" srcId="{30141E59-30F4-4CFC-BBC7-D8F50107F859}" destId="{8A5D3325-8E35-49FB-9860-36BF5133A0CC}" srcOrd="1" destOrd="0" presId="urn:microsoft.com/office/officeart/2005/8/layout/hList7"/>
    <dgm:cxn modelId="{1CF00B46-9FB4-4F11-9BA0-BC71AD9FB40C}" type="presParOf" srcId="{8A5D3325-8E35-49FB-9860-36BF5133A0CC}" destId="{C24BFBD5-F78D-4C27-ADBC-26E7266F6F08}" srcOrd="0" destOrd="0" presId="urn:microsoft.com/office/officeart/2005/8/layout/hList7"/>
    <dgm:cxn modelId="{AEEBEC26-1770-46FF-9E79-4B6902354604}" type="presParOf" srcId="{C24BFBD5-F78D-4C27-ADBC-26E7266F6F08}" destId="{931EAC32-0578-4C47-A47D-41DC871D7644}" srcOrd="0" destOrd="0" presId="urn:microsoft.com/office/officeart/2005/8/layout/hList7"/>
    <dgm:cxn modelId="{2D7652AB-08EB-4047-A5A8-92D825DA76E1}" type="presParOf" srcId="{C24BFBD5-F78D-4C27-ADBC-26E7266F6F08}" destId="{67343339-F550-4FF2-A2AE-FA360D2B0301}" srcOrd="1" destOrd="0" presId="urn:microsoft.com/office/officeart/2005/8/layout/hList7"/>
    <dgm:cxn modelId="{6976E78B-FA37-4CF4-AFCF-C67082D60BCF}" type="presParOf" srcId="{C24BFBD5-F78D-4C27-ADBC-26E7266F6F08}" destId="{9FBC32B9-0F27-41AE-AF87-772005437387}" srcOrd="2" destOrd="0" presId="urn:microsoft.com/office/officeart/2005/8/layout/hList7"/>
    <dgm:cxn modelId="{079513E7-8793-4A78-B4A0-4F568DF45378}" type="presParOf" srcId="{C24BFBD5-F78D-4C27-ADBC-26E7266F6F08}" destId="{4E71C29B-11E5-4552-AC6B-9AF94057835E}" srcOrd="3" destOrd="0" presId="urn:microsoft.com/office/officeart/2005/8/layout/hList7"/>
    <dgm:cxn modelId="{35845B9C-B731-4AD2-8C51-71BC2D0A67B9}" type="presParOf" srcId="{8A5D3325-8E35-49FB-9860-36BF5133A0CC}" destId="{358B7B42-AA3F-4072-BBC6-31E853CA038B}" srcOrd="1" destOrd="0" presId="urn:microsoft.com/office/officeart/2005/8/layout/hList7"/>
    <dgm:cxn modelId="{B9B9FBB8-5A21-40C7-9540-CE0C02D6137C}" type="presParOf" srcId="{8A5D3325-8E35-49FB-9860-36BF5133A0CC}" destId="{4ACE1B0D-F33A-40CB-B2A6-8CEF57E2FF12}" srcOrd="2" destOrd="0" presId="urn:microsoft.com/office/officeart/2005/8/layout/hList7"/>
    <dgm:cxn modelId="{ADC2E4DD-D99B-4FBB-B9BC-D755B36B6E20}" type="presParOf" srcId="{4ACE1B0D-F33A-40CB-B2A6-8CEF57E2FF12}" destId="{7BF83A77-7205-4B4B-94B4-70E246513DA0}" srcOrd="0" destOrd="0" presId="urn:microsoft.com/office/officeart/2005/8/layout/hList7"/>
    <dgm:cxn modelId="{30140C76-DFA0-48AF-8E3F-B682891D0C8D}" type="presParOf" srcId="{4ACE1B0D-F33A-40CB-B2A6-8CEF57E2FF12}" destId="{66709980-89CF-4352-9BC4-5007CAB177DC}" srcOrd="1" destOrd="0" presId="urn:microsoft.com/office/officeart/2005/8/layout/hList7"/>
    <dgm:cxn modelId="{A7895907-6B63-4400-A335-2ED7A1C5C535}" type="presParOf" srcId="{4ACE1B0D-F33A-40CB-B2A6-8CEF57E2FF12}" destId="{4E849B22-2F99-437E-B6AD-E11DAF70A87E}" srcOrd="2" destOrd="0" presId="urn:microsoft.com/office/officeart/2005/8/layout/hList7"/>
    <dgm:cxn modelId="{2893841A-F589-4F5C-A195-AB6B8569FD76}" type="presParOf" srcId="{4ACE1B0D-F33A-40CB-B2A6-8CEF57E2FF12}" destId="{87B83C84-B245-4097-AB60-C0F299C71470}" srcOrd="3" destOrd="0" presId="urn:microsoft.com/office/officeart/2005/8/layout/hList7"/>
    <dgm:cxn modelId="{6DCEDB13-2BBA-4154-A8A3-2BC283424D33}" type="presParOf" srcId="{8A5D3325-8E35-49FB-9860-36BF5133A0CC}" destId="{9EC5CD91-F0C8-43A0-A474-2FD2901EA90D}" srcOrd="3" destOrd="0" presId="urn:microsoft.com/office/officeart/2005/8/layout/hList7"/>
    <dgm:cxn modelId="{4CC3F69A-AC14-46AE-B19A-B7D3776A01D9}" type="presParOf" srcId="{8A5D3325-8E35-49FB-9860-36BF5133A0CC}" destId="{4FEDBCAA-B4E0-458D-8470-061FC838C878}" srcOrd="4" destOrd="0" presId="urn:microsoft.com/office/officeart/2005/8/layout/hList7"/>
    <dgm:cxn modelId="{7F68B945-5BB7-4201-87F8-BCC33E42653F}" type="presParOf" srcId="{4FEDBCAA-B4E0-458D-8470-061FC838C878}" destId="{0C5BA97B-CB22-4F2F-BEF9-43A37849EFC0}" srcOrd="0" destOrd="0" presId="urn:microsoft.com/office/officeart/2005/8/layout/hList7"/>
    <dgm:cxn modelId="{F1A55F44-1431-46CD-9B41-FE705A2530E2}" type="presParOf" srcId="{4FEDBCAA-B4E0-458D-8470-061FC838C878}" destId="{18E0CCF3-202F-42ED-8923-F760D8846FC1}" srcOrd="1" destOrd="0" presId="urn:microsoft.com/office/officeart/2005/8/layout/hList7"/>
    <dgm:cxn modelId="{F86A248B-FC0C-494B-9EB0-A395F9037BFA}" type="presParOf" srcId="{4FEDBCAA-B4E0-458D-8470-061FC838C878}" destId="{368A00F5-F6DA-4D63-8C44-756D4AD9607C}" srcOrd="2" destOrd="0" presId="urn:microsoft.com/office/officeart/2005/8/layout/hList7"/>
    <dgm:cxn modelId="{03EAC787-D588-4B22-9698-2EF4346E99AA}" type="presParOf" srcId="{4FEDBCAA-B4E0-458D-8470-061FC838C878}" destId="{78217FEC-9A7B-442A-903A-7A23F7721CCE}" srcOrd="3" destOrd="0" presId="urn:microsoft.com/office/officeart/2005/8/layout/hList7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AD196C1B-7C3B-47E9-9D67-DD63A406A473}" type="doc">
      <dgm:prSet loTypeId="urn:microsoft.com/office/officeart/2005/8/layout/vList5" loCatId="list" qsTypeId="urn:microsoft.com/office/officeart/2005/8/quickstyle/simple1#6" qsCatId="simple" csTypeId="urn:microsoft.com/office/officeart/2005/8/colors/colorful1#4" csCatId="colorful" phldr="1"/>
      <dgm:spPr/>
      <dgm:t>
        <a:bodyPr/>
        <a:lstStyle/>
        <a:p>
          <a:endParaRPr lang="fr-FR"/>
        </a:p>
      </dgm:t>
    </dgm:pt>
    <dgm:pt modelId="{DBAD27E2-F89D-42BE-9758-3955D67BBD0E}">
      <dgm:prSet/>
      <dgm:spPr/>
      <dgm:t>
        <a:bodyPr/>
        <a:lstStyle/>
        <a:p>
          <a:r>
            <a:rPr lang="fr-FR" dirty="0" err="1"/>
            <a:t>Decision</a:t>
          </a:r>
          <a:endParaRPr lang="fr-FR" dirty="0"/>
        </a:p>
      </dgm:t>
    </dgm:pt>
    <dgm:pt modelId="{03522845-6157-4BBD-9175-E8135710C9B4}" type="parTrans" cxnId="{7591784B-E54F-4064-A475-11105CDA7785}">
      <dgm:prSet/>
      <dgm:spPr/>
      <dgm:t>
        <a:bodyPr/>
        <a:lstStyle/>
        <a:p>
          <a:endParaRPr lang="fr-FR"/>
        </a:p>
      </dgm:t>
    </dgm:pt>
    <dgm:pt modelId="{9EA3115E-F722-4864-94E9-42EA90DA0AB2}" type="sibTrans" cxnId="{7591784B-E54F-4064-A475-11105CDA7785}">
      <dgm:prSet/>
      <dgm:spPr/>
      <dgm:t>
        <a:bodyPr/>
        <a:lstStyle/>
        <a:p>
          <a:endParaRPr lang="fr-FR"/>
        </a:p>
      </dgm:t>
    </dgm:pt>
    <dgm:pt modelId="{E2ADEAEA-21B4-40EA-8DF0-1C67B125E15E}">
      <dgm:prSet/>
      <dgm:spPr/>
      <dgm:t>
        <a:bodyPr/>
        <a:lstStyle/>
        <a:p>
          <a:r>
            <a:rPr lang="fr-FR" dirty="0"/>
            <a:t>Finding</a:t>
          </a:r>
        </a:p>
      </dgm:t>
    </dgm:pt>
    <dgm:pt modelId="{CDF7BD54-9B46-49F2-91DC-C5C9E93E9AE6}" type="parTrans" cxnId="{BB79B207-E2D6-4EBC-9958-7C6FBEB238E1}">
      <dgm:prSet/>
      <dgm:spPr/>
      <dgm:t>
        <a:bodyPr/>
        <a:lstStyle/>
        <a:p>
          <a:endParaRPr lang="fr-FR"/>
        </a:p>
      </dgm:t>
    </dgm:pt>
    <dgm:pt modelId="{D2A64697-0AC9-4FBF-A980-2EF2FCDF316C}" type="sibTrans" cxnId="{BB79B207-E2D6-4EBC-9958-7C6FBEB238E1}">
      <dgm:prSet/>
      <dgm:spPr/>
      <dgm:t>
        <a:bodyPr/>
        <a:lstStyle/>
        <a:p>
          <a:endParaRPr lang="fr-FR"/>
        </a:p>
      </dgm:t>
    </dgm:pt>
    <dgm:pt modelId="{EAC89F44-01AC-4FA7-AA61-F8A64F88233E}">
      <dgm:prSet/>
      <dgm:spPr/>
      <dgm:t>
        <a:bodyPr/>
        <a:lstStyle/>
        <a:p>
          <a:r>
            <a:rPr lang="fr-FR" dirty="0"/>
            <a:t>Gaze process</a:t>
          </a:r>
        </a:p>
      </dgm:t>
    </dgm:pt>
    <dgm:pt modelId="{DE4A8ED5-71DB-49DF-8922-57A78D2CBFFB}" type="parTrans" cxnId="{E4F2670E-1085-4A4E-91F0-065FBFB533C9}">
      <dgm:prSet/>
      <dgm:spPr/>
      <dgm:t>
        <a:bodyPr/>
        <a:lstStyle/>
        <a:p>
          <a:endParaRPr lang="fr-FR"/>
        </a:p>
      </dgm:t>
    </dgm:pt>
    <dgm:pt modelId="{910DBBBD-BC61-437B-A9CB-63DE7D188518}" type="sibTrans" cxnId="{E4F2670E-1085-4A4E-91F0-065FBFB533C9}">
      <dgm:prSet/>
      <dgm:spPr/>
      <dgm:t>
        <a:bodyPr/>
        <a:lstStyle/>
        <a:p>
          <a:endParaRPr lang="fr-FR"/>
        </a:p>
      </dgm:t>
    </dgm:pt>
    <dgm:pt modelId="{34E64C0D-0311-4627-9CC0-6F2A16521A1D}">
      <dgm:prSet/>
      <dgm:spPr/>
      <dgm:t>
        <a:bodyPr/>
        <a:lstStyle/>
        <a:p>
          <a:r>
            <a:rPr lang="fr-FR" dirty="0"/>
            <a:t>Model </a:t>
          </a:r>
          <a:r>
            <a:rPr lang="fr-FR" dirty="0" err="1"/>
            <a:t>decisions</a:t>
          </a:r>
          <a:r>
            <a:rPr lang="fr-FR" dirty="0"/>
            <a:t> are as good or </a:t>
          </a:r>
          <a:r>
            <a:rPr lang="fr-FR" dirty="0" err="1"/>
            <a:t>better</a:t>
          </a:r>
          <a:r>
            <a:rPr lang="fr-FR" dirty="0"/>
            <a:t> </a:t>
          </a:r>
          <a:r>
            <a:rPr lang="fr-FR" dirty="0" err="1"/>
            <a:t>than</a:t>
          </a:r>
          <a:r>
            <a:rPr lang="fr-FR" dirty="0"/>
            <a:t> </a:t>
          </a:r>
          <a:r>
            <a:rPr lang="fr-FR" dirty="0" err="1"/>
            <a:t>humans</a:t>
          </a:r>
          <a:r>
            <a:rPr lang="fr-FR" dirty="0"/>
            <a:t> </a:t>
          </a:r>
          <a:r>
            <a:rPr lang="fr-FR" dirty="0" err="1"/>
            <a:t>under</a:t>
          </a:r>
          <a:r>
            <a:rPr lang="fr-FR" dirty="0"/>
            <a:t> </a:t>
          </a:r>
          <a:r>
            <a:rPr lang="fr-FR" dirty="0" err="1"/>
            <a:t>human</a:t>
          </a:r>
          <a:r>
            <a:rPr lang="fr-FR" dirty="0"/>
            <a:t>-like </a:t>
          </a:r>
          <a:r>
            <a:rPr lang="fr-FR" dirty="0" err="1"/>
            <a:t>foveation</a:t>
          </a:r>
          <a:r>
            <a:rPr lang="fr-FR" dirty="0"/>
            <a:t> conditions, and </a:t>
          </a:r>
          <a:r>
            <a:rPr lang="fr-FR" dirty="0" err="1"/>
            <a:t>only</a:t>
          </a:r>
          <a:r>
            <a:rPr lang="fr-FR" dirty="0"/>
            <a:t> </a:t>
          </a:r>
          <a:r>
            <a:rPr lang="fr-FR" dirty="0" err="1"/>
            <a:t>degrade</a:t>
          </a:r>
          <a:r>
            <a:rPr lang="fr-FR" dirty="0"/>
            <a:t> </a:t>
          </a:r>
          <a:r>
            <a:rPr lang="fr-FR" dirty="0" err="1"/>
            <a:t>under</a:t>
          </a:r>
          <a:r>
            <a:rPr lang="fr-FR" dirty="0"/>
            <a:t> </a:t>
          </a:r>
          <a:r>
            <a:rPr lang="fr-FR" dirty="0" err="1"/>
            <a:t>severe</a:t>
          </a:r>
          <a:r>
            <a:rPr lang="fr-FR" dirty="0"/>
            <a:t> </a:t>
          </a:r>
          <a:r>
            <a:rPr lang="fr-FR" dirty="0" err="1"/>
            <a:t>foveation</a:t>
          </a:r>
          <a:r>
            <a:rPr lang="fr-FR" dirty="0"/>
            <a:t>.</a:t>
          </a:r>
        </a:p>
      </dgm:t>
    </dgm:pt>
    <dgm:pt modelId="{92C1C552-69A7-4930-8761-0B01ACC1D303}" type="parTrans" cxnId="{87324834-D62C-495B-8A56-DC8E44798104}">
      <dgm:prSet/>
      <dgm:spPr/>
      <dgm:t>
        <a:bodyPr/>
        <a:lstStyle/>
        <a:p>
          <a:endParaRPr lang="fr-FR"/>
        </a:p>
      </dgm:t>
    </dgm:pt>
    <dgm:pt modelId="{7B505706-C14C-4704-B604-04FF6022DA13}" type="sibTrans" cxnId="{87324834-D62C-495B-8A56-DC8E44798104}">
      <dgm:prSet/>
      <dgm:spPr/>
      <dgm:t>
        <a:bodyPr/>
        <a:lstStyle/>
        <a:p>
          <a:endParaRPr lang="fr-FR"/>
        </a:p>
      </dgm:t>
    </dgm:pt>
    <dgm:pt modelId="{E3423483-C39B-4427-B09A-E758B65B6F49}">
      <dgm:prSet/>
      <dgm:spPr/>
      <dgm:t>
        <a:bodyPr/>
        <a:lstStyle/>
        <a:p>
          <a:r>
            <a:rPr lang="fr-FR" dirty="0"/>
            <a:t>The </a:t>
          </a:r>
          <a:r>
            <a:rPr lang="fr-FR" dirty="0" err="1"/>
            <a:t>models</a:t>
          </a:r>
          <a:r>
            <a:rPr lang="fr-FR" dirty="0"/>
            <a:t> </a:t>
          </a:r>
          <a:r>
            <a:rPr lang="fr-FR" dirty="0" err="1"/>
            <a:t>find</a:t>
          </a:r>
          <a:r>
            <a:rPr lang="fr-FR" dirty="0"/>
            <a:t> the </a:t>
          </a:r>
          <a:r>
            <a:rPr lang="fr-FR" dirty="0" err="1"/>
            <a:t>object</a:t>
          </a:r>
          <a:r>
            <a:rPr lang="fr-FR" dirty="0"/>
            <a:t> more </a:t>
          </a:r>
          <a:r>
            <a:rPr lang="fr-FR" dirty="0" err="1"/>
            <a:t>efficiently</a:t>
          </a:r>
          <a:r>
            <a:rPr lang="fr-FR" dirty="0"/>
            <a:t> </a:t>
          </a:r>
          <a:r>
            <a:rPr lang="fr-FR" dirty="0" err="1"/>
            <a:t>than</a:t>
          </a:r>
          <a:r>
            <a:rPr lang="fr-FR" dirty="0"/>
            <a:t> </a:t>
          </a:r>
          <a:r>
            <a:rPr lang="fr-FR" dirty="0" err="1"/>
            <a:t>humans</a:t>
          </a:r>
          <a:r>
            <a:rPr lang="fr-FR" dirty="0"/>
            <a:t>, </a:t>
          </a:r>
          <a:r>
            <a:rPr lang="fr-FR" dirty="0" err="1"/>
            <a:t>usually</a:t>
          </a:r>
          <a:r>
            <a:rPr lang="fr-FR" dirty="0"/>
            <a:t> in 1 big saccade, </a:t>
          </a:r>
          <a:r>
            <a:rPr lang="fr-FR" dirty="0" err="1"/>
            <a:t>while</a:t>
          </a:r>
          <a:r>
            <a:rPr lang="fr-FR" dirty="0"/>
            <a:t> </a:t>
          </a:r>
          <a:r>
            <a:rPr lang="fr-FR" dirty="0" err="1"/>
            <a:t>humans</a:t>
          </a:r>
          <a:r>
            <a:rPr lang="fr-FR" dirty="0"/>
            <a:t> </a:t>
          </a:r>
          <a:r>
            <a:rPr lang="fr-FR" dirty="0" err="1"/>
            <a:t>take</a:t>
          </a:r>
          <a:r>
            <a:rPr lang="fr-FR" dirty="0"/>
            <a:t> </a:t>
          </a:r>
          <a:r>
            <a:rPr lang="fr-FR" dirty="0" err="1"/>
            <a:t>much</a:t>
          </a:r>
          <a:r>
            <a:rPr lang="fr-FR" dirty="0"/>
            <a:t> more saccades.</a:t>
          </a:r>
        </a:p>
      </dgm:t>
    </dgm:pt>
    <dgm:pt modelId="{9CC56ECB-793B-4DBF-BD29-77C515D8539D}" type="parTrans" cxnId="{05DCE506-D125-4CA4-8993-26CBD7D34DF8}">
      <dgm:prSet/>
      <dgm:spPr/>
      <dgm:t>
        <a:bodyPr/>
        <a:lstStyle/>
        <a:p>
          <a:endParaRPr lang="fr-FR"/>
        </a:p>
      </dgm:t>
    </dgm:pt>
    <dgm:pt modelId="{FE69B6E2-5343-4F01-962E-AE3682F2E4BD}" type="sibTrans" cxnId="{05DCE506-D125-4CA4-8993-26CBD7D34DF8}">
      <dgm:prSet/>
      <dgm:spPr/>
      <dgm:t>
        <a:bodyPr/>
        <a:lstStyle/>
        <a:p>
          <a:endParaRPr lang="fr-FR"/>
        </a:p>
      </dgm:t>
    </dgm:pt>
    <dgm:pt modelId="{B0DEF4A0-7B77-4109-B702-A2590B0579CF}">
      <dgm:prSet/>
      <dgm:spPr/>
      <dgm:t>
        <a:bodyPr/>
        <a:lstStyle/>
        <a:p>
          <a:r>
            <a:rPr lang="fr-FR" dirty="0"/>
            <a:t>Independent of </a:t>
          </a:r>
          <a:r>
            <a:rPr lang="fr-FR" dirty="0" err="1"/>
            <a:t>outcome</a:t>
          </a:r>
          <a:r>
            <a:rPr lang="fr-FR" dirty="0"/>
            <a:t>, </a:t>
          </a:r>
          <a:r>
            <a:rPr lang="fr-FR" dirty="0" err="1"/>
            <a:t>MLLMs</a:t>
          </a:r>
          <a:r>
            <a:rPr lang="fr-FR" dirty="0"/>
            <a:t> have </a:t>
          </a:r>
          <a:r>
            <a:rPr lang="fr-FR" dirty="0" err="1"/>
            <a:t>shown</a:t>
          </a:r>
          <a:r>
            <a:rPr lang="fr-FR" dirty="0"/>
            <a:t> </a:t>
          </a:r>
          <a:r>
            <a:rPr lang="fr-FR" dirty="0" err="1"/>
            <a:t>that</a:t>
          </a:r>
          <a:r>
            <a:rPr lang="fr-FR" dirty="0"/>
            <a:t> </a:t>
          </a:r>
          <a:r>
            <a:rPr lang="fr-FR" dirty="0" err="1"/>
            <a:t>their</a:t>
          </a:r>
          <a:r>
            <a:rPr lang="fr-FR" dirty="0"/>
            <a:t> </a:t>
          </a:r>
          <a:r>
            <a:rPr lang="fr-FR" dirty="0" err="1"/>
            <a:t>visual</a:t>
          </a:r>
          <a:r>
            <a:rPr lang="fr-FR" dirty="0"/>
            <a:t> </a:t>
          </a:r>
          <a:r>
            <a:rPr lang="fr-FR" dirty="0" err="1"/>
            <a:t>searching</a:t>
          </a:r>
          <a:r>
            <a:rPr lang="fr-FR" dirty="0"/>
            <a:t> </a:t>
          </a:r>
          <a:r>
            <a:rPr lang="fr-FR" dirty="0" err="1"/>
            <a:t>behaviour</a:t>
          </a:r>
          <a:r>
            <a:rPr lang="fr-FR" dirty="0"/>
            <a:t> </a:t>
          </a:r>
          <a:r>
            <a:rPr lang="fr-FR" dirty="0" err="1"/>
            <a:t>is</a:t>
          </a:r>
          <a:r>
            <a:rPr lang="fr-FR" dirty="0"/>
            <a:t> </a:t>
          </a:r>
          <a:r>
            <a:rPr lang="fr-FR" dirty="0" err="1"/>
            <a:t>different</a:t>
          </a:r>
          <a:r>
            <a:rPr lang="fr-FR" dirty="0"/>
            <a:t> </a:t>
          </a:r>
          <a:r>
            <a:rPr lang="fr-FR" dirty="0" err="1"/>
            <a:t>from</a:t>
          </a:r>
          <a:r>
            <a:rPr lang="fr-FR" dirty="0"/>
            <a:t>  the </a:t>
          </a:r>
          <a:r>
            <a:rPr lang="fr-FR" dirty="0" err="1"/>
            <a:t>humans</a:t>
          </a:r>
          <a:r>
            <a:rPr lang="fr-FR" dirty="0"/>
            <a:t>, and </a:t>
          </a:r>
          <a:r>
            <a:rPr lang="fr-FR" dirty="0" err="1"/>
            <a:t>they</a:t>
          </a:r>
          <a:r>
            <a:rPr lang="fr-FR" dirty="0"/>
            <a:t> can not </a:t>
          </a:r>
          <a:r>
            <a:rPr lang="fr-FR" dirty="0" err="1"/>
            <a:t>be</a:t>
          </a:r>
          <a:r>
            <a:rPr lang="fr-FR" dirty="0"/>
            <a:t> </a:t>
          </a:r>
          <a:r>
            <a:rPr lang="fr-FR" dirty="0" err="1"/>
            <a:t>considered</a:t>
          </a:r>
          <a:r>
            <a:rPr lang="fr-FR" dirty="0"/>
            <a:t> a good simulation alternative. </a:t>
          </a:r>
        </a:p>
      </dgm:t>
    </dgm:pt>
    <dgm:pt modelId="{589BAEA0-6362-46D0-8C8C-2B2B80C28D5C}" type="parTrans" cxnId="{B1FD2944-9B94-4BC5-8BA6-F9F4A693F6F8}">
      <dgm:prSet/>
      <dgm:spPr/>
      <dgm:t>
        <a:bodyPr/>
        <a:lstStyle/>
        <a:p>
          <a:endParaRPr lang="fr-FR"/>
        </a:p>
      </dgm:t>
    </dgm:pt>
    <dgm:pt modelId="{804988A5-5C52-4C7B-8F4C-3B7CE83D4EC8}" type="sibTrans" cxnId="{B1FD2944-9B94-4BC5-8BA6-F9F4A693F6F8}">
      <dgm:prSet/>
      <dgm:spPr/>
      <dgm:t>
        <a:bodyPr/>
        <a:lstStyle/>
        <a:p>
          <a:endParaRPr lang="fr-FR"/>
        </a:p>
      </dgm:t>
    </dgm:pt>
    <dgm:pt modelId="{C101B54F-E15F-4048-8528-4C762062271D}" type="pres">
      <dgm:prSet presAssocID="{AD196C1B-7C3B-47E9-9D67-DD63A406A473}" presName="Name0" presStyleCnt="0">
        <dgm:presLayoutVars>
          <dgm:dir/>
          <dgm:animLvl val="lvl"/>
          <dgm:resizeHandles val="exact"/>
        </dgm:presLayoutVars>
      </dgm:prSet>
      <dgm:spPr/>
    </dgm:pt>
    <dgm:pt modelId="{2F7FE817-2BF6-47DA-8BB3-B734CB4E7AD5}" type="pres">
      <dgm:prSet presAssocID="{DBAD27E2-F89D-42BE-9758-3955D67BBD0E}" presName="linNode" presStyleCnt="0"/>
      <dgm:spPr/>
    </dgm:pt>
    <dgm:pt modelId="{9BD950DD-5112-4C58-B93B-8E1EB612307A}" type="pres">
      <dgm:prSet presAssocID="{DBAD27E2-F89D-42BE-9758-3955D67BBD0E}" presName="parentText" presStyleLbl="node1" presStyleIdx="0" presStyleCnt="3">
        <dgm:presLayoutVars>
          <dgm:chMax val="1"/>
          <dgm:bulletEnabled val="1"/>
        </dgm:presLayoutVars>
      </dgm:prSet>
      <dgm:spPr/>
    </dgm:pt>
    <dgm:pt modelId="{58D8AC5A-451C-49F0-94B0-CF5ED286387D}" type="pres">
      <dgm:prSet presAssocID="{DBAD27E2-F89D-42BE-9758-3955D67BBD0E}" presName="descendantText" presStyleLbl="alignAccFollowNode1" presStyleIdx="0" presStyleCnt="3">
        <dgm:presLayoutVars>
          <dgm:bulletEnabled val="1"/>
        </dgm:presLayoutVars>
      </dgm:prSet>
      <dgm:spPr/>
    </dgm:pt>
    <dgm:pt modelId="{15F2EACB-7940-4F44-8FA0-C11CDFBC0CAD}" type="pres">
      <dgm:prSet presAssocID="{9EA3115E-F722-4864-94E9-42EA90DA0AB2}" presName="sp" presStyleCnt="0"/>
      <dgm:spPr/>
    </dgm:pt>
    <dgm:pt modelId="{A742F3E4-DD58-4425-A82D-A48B0FC7EC31}" type="pres">
      <dgm:prSet presAssocID="{E2ADEAEA-21B4-40EA-8DF0-1C67B125E15E}" presName="linNode" presStyleCnt="0"/>
      <dgm:spPr/>
    </dgm:pt>
    <dgm:pt modelId="{D9EE7365-6ADE-4FBF-87BB-7F942A1A9AB6}" type="pres">
      <dgm:prSet presAssocID="{E2ADEAEA-21B4-40EA-8DF0-1C67B125E15E}" presName="parentText" presStyleLbl="node1" presStyleIdx="1" presStyleCnt="3">
        <dgm:presLayoutVars>
          <dgm:chMax val="1"/>
          <dgm:bulletEnabled val="1"/>
        </dgm:presLayoutVars>
      </dgm:prSet>
      <dgm:spPr/>
    </dgm:pt>
    <dgm:pt modelId="{3F3E1C6B-2D50-4B04-A31E-AFC22618D367}" type="pres">
      <dgm:prSet presAssocID="{E2ADEAEA-21B4-40EA-8DF0-1C67B125E15E}" presName="descendantText" presStyleLbl="alignAccFollowNode1" presStyleIdx="1" presStyleCnt="3">
        <dgm:presLayoutVars>
          <dgm:bulletEnabled val="1"/>
        </dgm:presLayoutVars>
      </dgm:prSet>
      <dgm:spPr/>
    </dgm:pt>
    <dgm:pt modelId="{4DA8EEE5-9C08-4527-9F0D-2017DFD6610A}" type="pres">
      <dgm:prSet presAssocID="{D2A64697-0AC9-4FBF-A980-2EF2FCDF316C}" presName="sp" presStyleCnt="0"/>
      <dgm:spPr/>
    </dgm:pt>
    <dgm:pt modelId="{878A19D0-1EF7-4D91-8705-3E9D31FC17F4}" type="pres">
      <dgm:prSet presAssocID="{EAC89F44-01AC-4FA7-AA61-F8A64F88233E}" presName="linNode" presStyleCnt="0"/>
      <dgm:spPr/>
    </dgm:pt>
    <dgm:pt modelId="{D75E9057-9FD2-4A83-BFAA-E0274A4B8EBD}" type="pres">
      <dgm:prSet presAssocID="{EAC89F44-01AC-4FA7-AA61-F8A64F88233E}" presName="parentText" presStyleLbl="node1" presStyleIdx="2" presStyleCnt="3">
        <dgm:presLayoutVars>
          <dgm:chMax val="1"/>
          <dgm:bulletEnabled val="1"/>
        </dgm:presLayoutVars>
      </dgm:prSet>
      <dgm:spPr/>
    </dgm:pt>
    <dgm:pt modelId="{2D9D3F0C-1B27-400B-81EB-97708E5D66AB}" type="pres">
      <dgm:prSet presAssocID="{EAC89F44-01AC-4FA7-AA61-F8A64F88233E}" presName="descendantText" presStyleLbl="alignAccFollowNode1" presStyleIdx="2" presStyleCnt="3">
        <dgm:presLayoutVars>
          <dgm:bulletEnabled val="1"/>
        </dgm:presLayoutVars>
      </dgm:prSet>
      <dgm:spPr/>
    </dgm:pt>
  </dgm:ptLst>
  <dgm:cxnLst>
    <dgm:cxn modelId="{05DCE506-D125-4CA4-8993-26CBD7D34DF8}" srcId="{E2ADEAEA-21B4-40EA-8DF0-1C67B125E15E}" destId="{E3423483-C39B-4427-B09A-E758B65B6F49}" srcOrd="0" destOrd="0" parTransId="{9CC56ECB-793B-4DBF-BD29-77C515D8539D}" sibTransId="{FE69B6E2-5343-4F01-962E-AE3682F2E4BD}"/>
    <dgm:cxn modelId="{BB79B207-E2D6-4EBC-9958-7C6FBEB238E1}" srcId="{AD196C1B-7C3B-47E9-9D67-DD63A406A473}" destId="{E2ADEAEA-21B4-40EA-8DF0-1C67B125E15E}" srcOrd="1" destOrd="0" parTransId="{CDF7BD54-9B46-49F2-91DC-C5C9E93E9AE6}" sibTransId="{D2A64697-0AC9-4FBF-A980-2EF2FCDF316C}"/>
    <dgm:cxn modelId="{E4F2670E-1085-4A4E-91F0-065FBFB533C9}" srcId="{AD196C1B-7C3B-47E9-9D67-DD63A406A473}" destId="{EAC89F44-01AC-4FA7-AA61-F8A64F88233E}" srcOrd="2" destOrd="0" parTransId="{DE4A8ED5-71DB-49DF-8922-57A78D2CBFFB}" sibTransId="{910DBBBD-BC61-437B-A9CB-63DE7D188518}"/>
    <dgm:cxn modelId="{87324834-D62C-495B-8A56-DC8E44798104}" srcId="{DBAD27E2-F89D-42BE-9758-3955D67BBD0E}" destId="{34E64C0D-0311-4627-9CC0-6F2A16521A1D}" srcOrd="0" destOrd="0" parTransId="{92C1C552-69A7-4930-8761-0B01ACC1D303}" sibTransId="{7B505706-C14C-4704-B604-04FF6022DA13}"/>
    <dgm:cxn modelId="{8B36C15F-C8B1-4B6C-A09D-C28D7E412920}" type="presOf" srcId="{EAC89F44-01AC-4FA7-AA61-F8A64F88233E}" destId="{D75E9057-9FD2-4A83-BFAA-E0274A4B8EBD}" srcOrd="0" destOrd="0" presId="urn:microsoft.com/office/officeart/2005/8/layout/vList5"/>
    <dgm:cxn modelId="{B1FD2944-9B94-4BC5-8BA6-F9F4A693F6F8}" srcId="{EAC89F44-01AC-4FA7-AA61-F8A64F88233E}" destId="{B0DEF4A0-7B77-4109-B702-A2590B0579CF}" srcOrd="0" destOrd="0" parTransId="{589BAEA0-6362-46D0-8C8C-2B2B80C28D5C}" sibTransId="{804988A5-5C52-4C7B-8F4C-3B7CE83D4EC8}"/>
    <dgm:cxn modelId="{2D3A724A-ECBE-4079-B308-D0FAC58C9EB3}" type="presOf" srcId="{DBAD27E2-F89D-42BE-9758-3955D67BBD0E}" destId="{9BD950DD-5112-4C58-B93B-8E1EB612307A}" srcOrd="0" destOrd="0" presId="urn:microsoft.com/office/officeart/2005/8/layout/vList5"/>
    <dgm:cxn modelId="{7591784B-E54F-4064-A475-11105CDA7785}" srcId="{AD196C1B-7C3B-47E9-9D67-DD63A406A473}" destId="{DBAD27E2-F89D-42BE-9758-3955D67BBD0E}" srcOrd="0" destOrd="0" parTransId="{03522845-6157-4BBD-9175-E8135710C9B4}" sibTransId="{9EA3115E-F722-4864-94E9-42EA90DA0AB2}"/>
    <dgm:cxn modelId="{27DB1A6C-F3F7-48D6-B2E6-FBA795B2D366}" type="presOf" srcId="{E3423483-C39B-4427-B09A-E758B65B6F49}" destId="{3F3E1C6B-2D50-4B04-A31E-AFC22618D367}" srcOrd="0" destOrd="0" presId="urn:microsoft.com/office/officeart/2005/8/layout/vList5"/>
    <dgm:cxn modelId="{4ED13D97-CAA4-4172-821F-68787B8FC181}" type="presOf" srcId="{34E64C0D-0311-4627-9CC0-6F2A16521A1D}" destId="{58D8AC5A-451C-49F0-94B0-CF5ED286387D}" srcOrd="0" destOrd="0" presId="urn:microsoft.com/office/officeart/2005/8/layout/vList5"/>
    <dgm:cxn modelId="{05D997AF-6BB2-4290-BAB6-E12510A40671}" type="presOf" srcId="{E2ADEAEA-21B4-40EA-8DF0-1C67B125E15E}" destId="{D9EE7365-6ADE-4FBF-87BB-7F942A1A9AB6}" srcOrd="0" destOrd="0" presId="urn:microsoft.com/office/officeart/2005/8/layout/vList5"/>
    <dgm:cxn modelId="{6D8A8CE6-C2AF-4004-959F-54A9CCA348F0}" type="presOf" srcId="{B0DEF4A0-7B77-4109-B702-A2590B0579CF}" destId="{2D9D3F0C-1B27-400B-81EB-97708E5D66AB}" srcOrd="0" destOrd="0" presId="urn:microsoft.com/office/officeart/2005/8/layout/vList5"/>
    <dgm:cxn modelId="{5BF689E7-DFBC-4666-8DBC-FAFF022148A2}" type="presOf" srcId="{AD196C1B-7C3B-47E9-9D67-DD63A406A473}" destId="{C101B54F-E15F-4048-8528-4C762062271D}" srcOrd="0" destOrd="0" presId="urn:microsoft.com/office/officeart/2005/8/layout/vList5"/>
    <dgm:cxn modelId="{A94F78E2-A454-40CE-A159-F16357CF347E}" type="presParOf" srcId="{C101B54F-E15F-4048-8528-4C762062271D}" destId="{2F7FE817-2BF6-47DA-8BB3-B734CB4E7AD5}" srcOrd="0" destOrd="0" presId="urn:microsoft.com/office/officeart/2005/8/layout/vList5"/>
    <dgm:cxn modelId="{83E47D8D-A0D0-4B1E-80CD-CA8F99A1BCC0}" type="presParOf" srcId="{2F7FE817-2BF6-47DA-8BB3-B734CB4E7AD5}" destId="{9BD950DD-5112-4C58-B93B-8E1EB612307A}" srcOrd="0" destOrd="0" presId="urn:microsoft.com/office/officeart/2005/8/layout/vList5"/>
    <dgm:cxn modelId="{1625CD42-B36C-4CC0-AEFF-3415CC8F975C}" type="presParOf" srcId="{2F7FE817-2BF6-47DA-8BB3-B734CB4E7AD5}" destId="{58D8AC5A-451C-49F0-94B0-CF5ED286387D}" srcOrd="1" destOrd="0" presId="urn:microsoft.com/office/officeart/2005/8/layout/vList5"/>
    <dgm:cxn modelId="{6FE9882E-8918-43A5-B81D-3D14F8B6F041}" type="presParOf" srcId="{C101B54F-E15F-4048-8528-4C762062271D}" destId="{15F2EACB-7940-4F44-8FA0-C11CDFBC0CAD}" srcOrd="1" destOrd="0" presId="urn:microsoft.com/office/officeart/2005/8/layout/vList5"/>
    <dgm:cxn modelId="{535FD064-02CB-4093-BF22-1BB06B47E40B}" type="presParOf" srcId="{C101B54F-E15F-4048-8528-4C762062271D}" destId="{A742F3E4-DD58-4425-A82D-A48B0FC7EC31}" srcOrd="2" destOrd="0" presId="urn:microsoft.com/office/officeart/2005/8/layout/vList5"/>
    <dgm:cxn modelId="{AB2CB196-FC5F-40A9-8FA2-5AE1A399E30D}" type="presParOf" srcId="{A742F3E4-DD58-4425-A82D-A48B0FC7EC31}" destId="{D9EE7365-6ADE-4FBF-87BB-7F942A1A9AB6}" srcOrd="0" destOrd="0" presId="urn:microsoft.com/office/officeart/2005/8/layout/vList5"/>
    <dgm:cxn modelId="{214E909C-E6FA-4806-924B-4E3108DE8481}" type="presParOf" srcId="{A742F3E4-DD58-4425-A82D-A48B0FC7EC31}" destId="{3F3E1C6B-2D50-4B04-A31E-AFC22618D367}" srcOrd="1" destOrd="0" presId="urn:microsoft.com/office/officeart/2005/8/layout/vList5"/>
    <dgm:cxn modelId="{EBCA41C8-46D5-4A51-855D-FD29FECDE1FB}" type="presParOf" srcId="{C101B54F-E15F-4048-8528-4C762062271D}" destId="{4DA8EEE5-9C08-4527-9F0D-2017DFD6610A}" srcOrd="3" destOrd="0" presId="urn:microsoft.com/office/officeart/2005/8/layout/vList5"/>
    <dgm:cxn modelId="{224B1A39-8BC0-404A-93A8-F90F198F4975}" type="presParOf" srcId="{C101B54F-E15F-4048-8528-4C762062271D}" destId="{878A19D0-1EF7-4D91-8705-3E9D31FC17F4}" srcOrd="4" destOrd="0" presId="urn:microsoft.com/office/officeart/2005/8/layout/vList5"/>
    <dgm:cxn modelId="{7E8D18B9-0DE3-4034-8764-B823B50B7701}" type="presParOf" srcId="{878A19D0-1EF7-4D91-8705-3E9D31FC17F4}" destId="{D75E9057-9FD2-4A83-BFAA-E0274A4B8EBD}" srcOrd="0" destOrd="0" presId="urn:microsoft.com/office/officeart/2005/8/layout/vList5"/>
    <dgm:cxn modelId="{75592EF3-26CF-47FC-BAC9-96EB469FBEDF}" type="presParOf" srcId="{878A19D0-1EF7-4D91-8705-3E9D31FC17F4}" destId="{2D9D3F0C-1B27-400B-81EB-97708E5D66AB}" srcOrd="1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91B9D5A3-F5F3-477C-849B-F90269276E97}" type="doc">
      <dgm:prSet loTypeId="urn:microsoft.com/office/officeart/2008/layout/VerticalCurvedList" loCatId="list" qsTypeId="urn:microsoft.com/office/officeart/2005/8/quickstyle/simple1#7" qsCatId="simple" csTypeId="urn:microsoft.com/office/officeart/2005/8/colors/colorful1#5" csCatId="colorful" phldr="1"/>
      <dgm:spPr/>
      <dgm:t>
        <a:bodyPr/>
        <a:lstStyle/>
        <a:p>
          <a:endParaRPr lang="fr-FR"/>
        </a:p>
      </dgm:t>
    </dgm:pt>
    <dgm:pt modelId="{CA3A2E23-F7A1-481D-AD97-47868015FF7E}">
      <dgm:prSet/>
      <dgm:spPr/>
      <dgm:t>
        <a:bodyPr/>
        <a:lstStyle/>
        <a:p>
          <a:r>
            <a:rPr lang="fr-FR" dirty="0" err="1"/>
            <a:t>Answer-alignment</a:t>
          </a:r>
          <a:r>
            <a:rPr lang="fr-FR" dirty="0"/>
            <a:t> scores are </a:t>
          </a:r>
          <a:r>
            <a:rPr lang="fr-FR" dirty="0" err="1"/>
            <a:t>computed</a:t>
          </a:r>
          <a:r>
            <a:rPr lang="fr-FR" dirty="0"/>
            <a:t> on </a:t>
          </a:r>
          <a:r>
            <a:rPr lang="fr-FR" dirty="0" err="1"/>
            <a:t>outcomes</a:t>
          </a:r>
          <a:r>
            <a:rPr lang="fr-FR" dirty="0"/>
            <a:t>; But are blind to the process axis.</a:t>
          </a:r>
        </a:p>
      </dgm:t>
    </dgm:pt>
    <dgm:pt modelId="{D1DAF51B-CE04-4238-8A87-7A4EEEEEE2AA}" type="parTrans" cxnId="{17D5B96B-0A91-47AE-A8C4-5D83CFB144DB}">
      <dgm:prSet/>
      <dgm:spPr/>
      <dgm:t>
        <a:bodyPr/>
        <a:lstStyle/>
        <a:p>
          <a:endParaRPr lang="fr-FR"/>
        </a:p>
      </dgm:t>
    </dgm:pt>
    <dgm:pt modelId="{387F8214-D630-46D6-AF64-094C1AAB29BE}" type="sibTrans" cxnId="{17D5B96B-0A91-47AE-A8C4-5D83CFB144DB}">
      <dgm:prSet/>
      <dgm:spPr/>
      <dgm:t>
        <a:bodyPr/>
        <a:lstStyle/>
        <a:p>
          <a:endParaRPr lang="fr-FR"/>
        </a:p>
      </dgm:t>
    </dgm:pt>
    <dgm:pt modelId="{AB462751-F1FC-4BEE-97D4-FECD6AA2FB95}">
      <dgm:prSet/>
      <dgm:spPr/>
      <dgm:t>
        <a:bodyPr/>
        <a:lstStyle/>
        <a:p>
          <a:r>
            <a:rPr lang="fr-FR" dirty="0" err="1"/>
            <a:t>Models</a:t>
          </a:r>
          <a:r>
            <a:rPr lang="fr-FR" dirty="0"/>
            <a:t> </a:t>
          </a:r>
          <a:r>
            <a:rPr lang="fr-FR" dirty="0" err="1"/>
            <a:t>scored</a:t>
          </a:r>
          <a:r>
            <a:rPr lang="fr-FR" dirty="0"/>
            <a:t> </a:t>
          </a:r>
          <a:r>
            <a:rPr lang="fr-FR" dirty="0" err="1"/>
            <a:t>well</a:t>
          </a:r>
          <a:r>
            <a:rPr lang="fr-FR" dirty="0"/>
            <a:t> on </a:t>
          </a:r>
          <a:r>
            <a:rPr lang="fr-FR" dirty="0" err="1"/>
            <a:t>exactly</a:t>
          </a:r>
          <a:r>
            <a:rPr lang="fr-FR" dirty="0"/>
            <a:t> </a:t>
          </a:r>
          <a:r>
            <a:rPr lang="fr-FR" dirty="0" err="1"/>
            <a:t>those</a:t>
          </a:r>
          <a:r>
            <a:rPr lang="fr-FR" dirty="0"/>
            <a:t>, </a:t>
          </a:r>
          <a:r>
            <a:rPr lang="fr-FR" dirty="0" err="1"/>
            <a:t>while</a:t>
          </a:r>
          <a:r>
            <a:rPr lang="fr-FR" dirty="0"/>
            <a:t> </a:t>
          </a:r>
          <a:r>
            <a:rPr lang="fr-FR" dirty="0" err="1"/>
            <a:t>diverging</a:t>
          </a:r>
          <a:r>
            <a:rPr lang="fr-FR" dirty="0"/>
            <a:t> on </a:t>
          </a:r>
          <a:r>
            <a:rPr lang="fr-FR" dirty="0" err="1"/>
            <a:t>sequential</a:t>
          </a:r>
          <a:r>
            <a:rPr lang="fr-FR" dirty="0"/>
            <a:t> </a:t>
          </a:r>
          <a:r>
            <a:rPr lang="fr-FR" dirty="0" err="1"/>
            <a:t>measures</a:t>
          </a:r>
          <a:r>
            <a:rPr lang="fr-FR" dirty="0"/>
            <a:t>.</a:t>
          </a:r>
        </a:p>
      </dgm:t>
    </dgm:pt>
    <dgm:pt modelId="{2D5C03F9-A552-4633-A46C-4895E2ED964D}" type="parTrans" cxnId="{566B9915-A240-42E3-B760-4C558096B4FD}">
      <dgm:prSet/>
      <dgm:spPr/>
      <dgm:t>
        <a:bodyPr/>
        <a:lstStyle/>
        <a:p>
          <a:endParaRPr lang="fr-FR"/>
        </a:p>
      </dgm:t>
    </dgm:pt>
    <dgm:pt modelId="{FC623FB0-9E64-4653-8C5C-6A2ABA006321}" type="sibTrans" cxnId="{566B9915-A240-42E3-B760-4C558096B4FD}">
      <dgm:prSet/>
      <dgm:spPr/>
      <dgm:t>
        <a:bodyPr/>
        <a:lstStyle/>
        <a:p>
          <a:endParaRPr lang="fr-FR"/>
        </a:p>
      </dgm:t>
    </dgm:pt>
    <dgm:pt modelId="{5828F7B5-3DF6-493D-984A-F33A3CF3412E}">
      <dgm:prSet/>
      <dgm:spPr/>
      <dgm:t>
        <a:bodyPr/>
        <a:lstStyle/>
        <a:p>
          <a:r>
            <a:rPr lang="fr-FR" dirty="0" err="1"/>
            <a:t>Certifying</a:t>
          </a:r>
          <a:r>
            <a:rPr lang="fr-FR" dirty="0"/>
            <a:t> process-</a:t>
          </a:r>
          <a:r>
            <a:rPr lang="fr-FR" dirty="0" err="1"/>
            <a:t>level</a:t>
          </a:r>
          <a:r>
            <a:rPr lang="fr-FR" dirty="0"/>
            <a:t> </a:t>
          </a:r>
          <a:r>
            <a:rPr lang="fr-FR" dirty="0" err="1"/>
            <a:t>correspondence</a:t>
          </a:r>
          <a:r>
            <a:rPr lang="fr-FR" dirty="0"/>
            <a:t> </a:t>
          </a:r>
          <a:r>
            <a:rPr lang="fr-FR" dirty="0" err="1"/>
            <a:t>needs</a:t>
          </a:r>
          <a:r>
            <a:rPr lang="fr-FR" dirty="0"/>
            <a:t> </a:t>
          </a:r>
          <a:r>
            <a:rPr lang="fr-FR" dirty="0" err="1"/>
            <a:t>sequence-level</a:t>
          </a:r>
          <a:r>
            <a:rPr lang="fr-FR" dirty="0"/>
            <a:t> </a:t>
          </a:r>
          <a:r>
            <a:rPr lang="fr-FR" dirty="0" err="1"/>
            <a:t>measurement</a:t>
          </a:r>
          <a:r>
            <a:rPr lang="fr-FR" dirty="0"/>
            <a:t>.</a:t>
          </a:r>
        </a:p>
      </dgm:t>
    </dgm:pt>
    <dgm:pt modelId="{9B381EF3-CD6F-4BE9-A5E4-387F2C7E2E1D}" type="parTrans" cxnId="{5FEF63B5-93C8-4A9A-A4A3-8AA05197F6EC}">
      <dgm:prSet/>
      <dgm:spPr/>
      <dgm:t>
        <a:bodyPr/>
        <a:lstStyle/>
        <a:p>
          <a:endParaRPr lang="fr-FR"/>
        </a:p>
      </dgm:t>
    </dgm:pt>
    <dgm:pt modelId="{F23252ED-70BB-4203-B437-9AC3EB4CAE9D}" type="sibTrans" cxnId="{5FEF63B5-93C8-4A9A-A4A3-8AA05197F6EC}">
      <dgm:prSet/>
      <dgm:spPr/>
      <dgm:t>
        <a:bodyPr/>
        <a:lstStyle/>
        <a:p>
          <a:endParaRPr lang="fr-FR"/>
        </a:p>
      </dgm:t>
    </dgm:pt>
    <dgm:pt modelId="{E3720429-83F4-4877-8033-53F98C9DC27D}" type="pres">
      <dgm:prSet presAssocID="{91B9D5A3-F5F3-477C-849B-F90269276E97}" presName="Name0" presStyleCnt="0">
        <dgm:presLayoutVars>
          <dgm:chMax val="7"/>
          <dgm:chPref val="7"/>
          <dgm:dir/>
        </dgm:presLayoutVars>
      </dgm:prSet>
      <dgm:spPr/>
    </dgm:pt>
    <dgm:pt modelId="{BB54ACE9-B4DE-4737-A4E6-2C6100D93DCD}" type="pres">
      <dgm:prSet presAssocID="{91B9D5A3-F5F3-477C-849B-F90269276E97}" presName="Name1" presStyleCnt="0"/>
      <dgm:spPr/>
    </dgm:pt>
    <dgm:pt modelId="{C4D6067B-B037-42EE-A41C-E8EFA6CA9907}" type="pres">
      <dgm:prSet presAssocID="{91B9D5A3-F5F3-477C-849B-F90269276E97}" presName="cycle" presStyleCnt="0"/>
      <dgm:spPr/>
    </dgm:pt>
    <dgm:pt modelId="{FAB791C6-A529-4517-92BB-6546BED0872A}" type="pres">
      <dgm:prSet presAssocID="{91B9D5A3-F5F3-477C-849B-F90269276E97}" presName="srcNode" presStyleLbl="node1" presStyleIdx="0" presStyleCnt="3"/>
      <dgm:spPr/>
    </dgm:pt>
    <dgm:pt modelId="{0F4CFF15-10CB-4348-B6B7-53B2ECC31F67}" type="pres">
      <dgm:prSet presAssocID="{91B9D5A3-F5F3-477C-849B-F90269276E97}" presName="conn" presStyleLbl="parChTrans1D2" presStyleIdx="0" presStyleCnt="1"/>
      <dgm:spPr/>
    </dgm:pt>
    <dgm:pt modelId="{0E77B161-1F9C-4E13-90A9-5DDAF61B919B}" type="pres">
      <dgm:prSet presAssocID="{91B9D5A3-F5F3-477C-849B-F90269276E97}" presName="extraNode" presStyleLbl="node1" presStyleIdx="0" presStyleCnt="3"/>
      <dgm:spPr/>
    </dgm:pt>
    <dgm:pt modelId="{0B8A60EF-E025-4405-98AA-9E2006D80BFD}" type="pres">
      <dgm:prSet presAssocID="{91B9D5A3-F5F3-477C-849B-F90269276E97}" presName="dstNode" presStyleLbl="node1" presStyleIdx="0" presStyleCnt="3"/>
      <dgm:spPr/>
    </dgm:pt>
    <dgm:pt modelId="{6981CE09-6123-4A5B-AA65-F38EF5CE531E}" type="pres">
      <dgm:prSet presAssocID="{CA3A2E23-F7A1-481D-AD97-47868015FF7E}" presName="text_1" presStyleLbl="node1" presStyleIdx="0" presStyleCnt="3">
        <dgm:presLayoutVars>
          <dgm:bulletEnabled val="1"/>
        </dgm:presLayoutVars>
      </dgm:prSet>
      <dgm:spPr/>
    </dgm:pt>
    <dgm:pt modelId="{C8AEAB82-E3E8-4AA3-B178-38DFF53D1C1A}" type="pres">
      <dgm:prSet presAssocID="{CA3A2E23-F7A1-481D-AD97-47868015FF7E}" presName="accent_1" presStyleCnt="0"/>
      <dgm:spPr/>
    </dgm:pt>
    <dgm:pt modelId="{75054F9D-9ADB-460F-A311-9225D1BA2389}" type="pres">
      <dgm:prSet presAssocID="{CA3A2E23-F7A1-481D-AD97-47868015FF7E}" presName="accentRepeatNode" presStyleLbl="solidFgAcc1" presStyleIdx="0" presStyleCnt="3"/>
      <dgm:spPr/>
    </dgm:pt>
    <dgm:pt modelId="{4A51D9D3-C53F-4355-BF41-398F1520A32E}" type="pres">
      <dgm:prSet presAssocID="{AB462751-F1FC-4BEE-97D4-FECD6AA2FB95}" presName="text_2" presStyleLbl="node1" presStyleIdx="1" presStyleCnt="3">
        <dgm:presLayoutVars>
          <dgm:bulletEnabled val="1"/>
        </dgm:presLayoutVars>
      </dgm:prSet>
      <dgm:spPr/>
    </dgm:pt>
    <dgm:pt modelId="{96506CED-954E-4495-8C65-58154C4B1DEF}" type="pres">
      <dgm:prSet presAssocID="{AB462751-F1FC-4BEE-97D4-FECD6AA2FB95}" presName="accent_2" presStyleCnt="0"/>
      <dgm:spPr/>
    </dgm:pt>
    <dgm:pt modelId="{76B2E132-2994-4020-AEC3-37F6CB5A138D}" type="pres">
      <dgm:prSet presAssocID="{AB462751-F1FC-4BEE-97D4-FECD6AA2FB95}" presName="accentRepeatNode" presStyleLbl="solidFgAcc1" presStyleIdx="1" presStyleCnt="3"/>
      <dgm:spPr/>
    </dgm:pt>
    <dgm:pt modelId="{59C5C24A-A0DE-4FA8-B88C-08DE2FF43B18}" type="pres">
      <dgm:prSet presAssocID="{5828F7B5-3DF6-493D-984A-F33A3CF3412E}" presName="text_3" presStyleLbl="node1" presStyleIdx="2" presStyleCnt="3">
        <dgm:presLayoutVars>
          <dgm:bulletEnabled val="1"/>
        </dgm:presLayoutVars>
      </dgm:prSet>
      <dgm:spPr/>
    </dgm:pt>
    <dgm:pt modelId="{AD5EAA41-D637-47C6-A994-41FC6A9B01CC}" type="pres">
      <dgm:prSet presAssocID="{5828F7B5-3DF6-493D-984A-F33A3CF3412E}" presName="accent_3" presStyleCnt="0"/>
      <dgm:spPr/>
    </dgm:pt>
    <dgm:pt modelId="{96F8165D-1831-4262-9E29-F5BAEF4ACA9C}" type="pres">
      <dgm:prSet presAssocID="{5828F7B5-3DF6-493D-984A-F33A3CF3412E}" presName="accentRepeatNode" presStyleLbl="solidFgAcc1" presStyleIdx="2" presStyleCnt="3"/>
      <dgm:spPr/>
    </dgm:pt>
  </dgm:ptLst>
  <dgm:cxnLst>
    <dgm:cxn modelId="{9E3F6504-4DF3-4F60-BB0E-2619489A8CCE}" type="presOf" srcId="{5828F7B5-3DF6-493D-984A-F33A3CF3412E}" destId="{59C5C24A-A0DE-4FA8-B88C-08DE2FF43B18}" srcOrd="0" destOrd="0" presId="urn:microsoft.com/office/officeart/2008/layout/VerticalCurvedList"/>
    <dgm:cxn modelId="{8CF70410-C3EC-4451-B625-5B74B24939A3}" type="presOf" srcId="{387F8214-D630-46D6-AF64-094C1AAB29BE}" destId="{0F4CFF15-10CB-4348-B6B7-53B2ECC31F67}" srcOrd="0" destOrd="0" presId="urn:microsoft.com/office/officeart/2008/layout/VerticalCurvedList"/>
    <dgm:cxn modelId="{566B9915-A240-42E3-B760-4C558096B4FD}" srcId="{91B9D5A3-F5F3-477C-849B-F90269276E97}" destId="{AB462751-F1FC-4BEE-97D4-FECD6AA2FB95}" srcOrd="1" destOrd="0" parTransId="{2D5C03F9-A552-4633-A46C-4895E2ED964D}" sibTransId="{FC623FB0-9E64-4653-8C5C-6A2ABA006321}"/>
    <dgm:cxn modelId="{8F053A5B-A1A7-4B25-83A2-8FE8B16949B9}" type="presOf" srcId="{91B9D5A3-F5F3-477C-849B-F90269276E97}" destId="{E3720429-83F4-4877-8033-53F98C9DC27D}" srcOrd="0" destOrd="0" presId="urn:microsoft.com/office/officeart/2008/layout/VerticalCurvedList"/>
    <dgm:cxn modelId="{6DE9556B-234B-450F-B24B-9C2AC6663B58}" type="presOf" srcId="{CA3A2E23-F7A1-481D-AD97-47868015FF7E}" destId="{6981CE09-6123-4A5B-AA65-F38EF5CE531E}" srcOrd="0" destOrd="0" presId="urn:microsoft.com/office/officeart/2008/layout/VerticalCurvedList"/>
    <dgm:cxn modelId="{17D5B96B-0A91-47AE-A8C4-5D83CFB144DB}" srcId="{91B9D5A3-F5F3-477C-849B-F90269276E97}" destId="{CA3A2E23-F7A1-481D-AD97-47868015FF7E}" srcOrd="0" destOrd="0" parTransId="{D1DAF51B-CE04-4238-8A87-7A4EEEEEE2AA}" sibTransId="{387F8214-D630-46D6-AF64-094C1AAB29BE}"/>
    <dgm:cxn modelId="{508EF67C-0AEF-430A-99F2-F007CFACDAFF}" type="presOf" srcId="{AB462751-F1FC-4BEE-97D4-FECD6AA2FB95}" destId="{4A51D9D3-C53F-4355-BF41-398F1520A32E}" srcOrd="0" destOrd="0" presId="urn:microsoft.com/office/officeart/2008/layout/VerticalCurvedList"/>
    <dgm:cxn modelId="{5FEF63B5-93C8-4A9A-A4A3-8AA05197F6EC}" srcId="{91B9D5A3-F5F3-477C-849B-F90269276E97}" destId="{5828F7B5-3DF6-493D-984A-F33A3CF3412E}" srcOrd="2" destOrd="0" parTransId="{9B381EF3-CD6F-4BE9-A5E4-387F2C7E2E1D}" sibTransId="{F23252ED-70BB-4203-B437-9AC3EB4CAE9D}"/>
    <dgm:cxn modelId="{6712967F-6D08-4576-9D7A-F245E5D75747}" type="presParOf" srcId="{E3720429-83F4-4877-8033-53F98C9DC27D}" destId="{BB54ACE9-B4DE-4737-A4E6-2C6100D93DCD}" srcOrd="0" destOrd="0" presId="urn:microsoft.com/office/officeart/2008/layout/VerticalCurvedList"/>
    <dgm:cxn modelId="{03CF8866-E83B-497E-9B81-633B65C39A96}" type="presParOf" srcId="{BB54ACE9-B4DE-4737-A4E6-2C6100D93DCD}" destId="{C4D6067B-B037-42EE-A41C-E8EFA6CA9907}" srcOrd="0" destOrd="0" presId="urn:microsoft.com/office/officeart/2008/layout/VerticalCurvedList"/>
    <dgm:cxn modelId="{D8A2E36E-EF87-483F-B41C-120760F6BF61}" type="presParOf" srcId="{C4D6067B-B037-42EE-A41C-E8EFA6CA9907}" destId="{FAB791C6-A529-4517-92BB-6546BED0872A}" srcOrd="0" destOrd="0" presId="urn:microsoft.com/office/officeart/2008/layout/VerticalCurvedList"/>
    <dgm:cxn modelId="{2CA90700-01B2-4B19-A3A2-5DB43782CC2C}" type="presParOf" srcId="{C4D6067B-B037-42EE-A41C-E8EFA6CA9907}" destId="{0F4CFF15-10CB-4348-B6B7-53B2ECC31F67}" srcOrd="1" destOrd="0" presId="urn:microsoft.com/office/officeart/2008/layout/VerticalCurvedList"/>
    <dgm:cxn modelId="{24A3D0A1-C211-4186-8FD2-98B9EE477031}" type="presParOf" srcId="{C4D6067B-B037-42EE-A41C-E8EFA6CA9907}" destId="{0E77B161-1F9C-4E13-90A9-5DDAF61B919B}" srcOrd="2" destOrd="0" presId="urn:microsoft.com/office/officeart/2008/layout/VerticalCurvedList"/>
    <dgm:cxn modelId="{E479415A-D54E-47AB-857A-AC0EB7A48953}" type="presParOf" srcId="{C4D6067B-B037-42EE-A41C-E8EFA6CA9907}" destId="{0B8A60EF-E025-4405-98AA-9E2006D80BFD}" srcOrd="3" destOrd="0" presId="urn:microsoft.com/office/officeart/2008/layout/VerticalCurvedList"/>
    <dgm:cxn modelId="{D9B99134-E509-4C19-8CBF-5338F8495571}" type="presParOf" srcId="{BB54ACE9-B4DE-4737-A4E6-2C6100D93DCD}" destId="{6981CE09-6123-4A5B-AA65-F38EF5CE531E}" srcOrd="1" destOrd="0" presId="urn:microsoft.com/office/officeart/2008/layout/VerticalCurvedList"/>
    <dgm:cxn modelId="{3F71BD30-E0EE-44C3-8D2F-1DFCEAC2A1BE}" type="presParOf" srcId="{BB54ACE9-B4DE-4737-A4E6-2C6100D93DCD}" destId="{C8AEAB82-E3E8-4AA3-B178-38DFF53D1C1A}" srcOrd="2" destOrd="0" presId="urn:microsoft.com/office/officeart/2008/layout/VerticalCurvedList"/>
    <dgm:cxn modelId="{8CB63847-FCFC-488F-9514-B5104EC1A913}" type="presParOf" srcId="{C8AEAB82-E3E8-4AA3-B178-38DFF53D1C1A}" destId="{75054F9D-9ADB-460F-A311-9225D1BA2389}" srcOrd="0" destOrd="0" presId="urn:microsoft.com/office/officeart/2008/layout/VerticalCurvedList"/>
    <dgm:cxn modelId="{8DCD1358-ADA8-4934-A6DE-B01C3EA01D09}" type="presParOf" srcId="{BB54ACE9-B4DE-4737-A4E6-2C6100D93DCD}" destId="{4A51D9D3-C53F-4355-BF41-398F1520A32E}" srcOrd="3" destOrd="0" presId="urn:microsoft.com/office/officeart/2008/layout/VerticalCurvedList"/>
    <dgm:cxn modelId="{998AB100-EB4A-4A50-B884-FDFBF3F5AE00}" type="presParOf" srcId="{BB54ACE9-B4DE-4737-A4E6-2C6100D93DCD}" destId="{96506CED-954E-4495-8C65-58154C4B1DEF}" srcOrd="4" destOrd="0" presId="urn:microsoft.com/office/officeart/2008/layout/VerticalCurvedList"/>
    <dgm:cxn modelId="{473CCCFB-07C3-4640-BEA5-1B11AF63EAB5}" type="presParOf" srcId="{96506CED-954E-4495-8C65-58154C4B1DEF}" destId="{76B2E132-2994-4020-AEC3-37F6CB5A138D}" srcOrd="0" destOrd="0" presId="urn:microsoft.com/office/officeart/2008/layout/VerticalCurvedList"/>
    <dgm:cxn modelId="{612352D0-DC83-43DA-A6B3-7B24DE3CFC35}" type="presParOf" srcId="{BB54ACE9-B4DE-4737-A4E6-2C6100D93DCD}" destId="{59C5C24A-A0DE-4FA8-B88C-08DE2FF43B18}" srcOrd="5" destOrd="0" presId="urn:microsoft.com/office/officeart/2008/layout/VerticalCurvedList"/>
    <dgm:cxn modelId="{6F8CB02B-E3E6-4410-A0A1-C85C53545503}" type="presParOf" srcId="{BB54ACE9-B4DE-4737-A4E6-2C6100D93DCD}" destId="{AD5EAA41-D637-47C6-A994-41FC6A9B01CC}" srcOrd="6" destOrd="0" presId="urn:microsoft.com/office/officeart/2008/layout/VerticalCurvedList"/>
    <dgm:cxn modelId="{17516EA7-941A-4F5E-B063-0FB12ED15C2A}" type="presParOf" srcId="{AD5EAA41-D637-47C6-A994-41FC6A9B01CC}" destId="{96F8165D-1831-4262-9E29-F5BAEF4ACA9C}" srcOrd="0" destOrd="0" presId="urn:microsoft.com/office/officeart/2008/layout/VerticalCurvedList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B713942-18CF-48F8-9847-09B4A5711741}">
      <dsp:nvSpPr>
        <dsp:cNvPr id="0" name=""/>
        <dsp:cNvSpPr/>
      </dsp:nvSpPr>
      <dsp:spPr>
        <a:xfrm>
          <a:off x="4907517" y="3305"/>
          <a:ext cx="1641899" cy="1067234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700" kern="1200"/>
            <a:t>Document and chart understanding</a:t>
          </a:r>
        </a:p>
      </dsp:txBody>
      <dsp:txXfrm>
        <a:off x="4959615" y="55403"/>
        <a:ext cx="1537703" cy="963038"/>
      </dsp:txXfrm>
    </dsp:sp>
    <dsp:sp modelId="{454CA8BA-7353-4D0B-A717-DF3C42D93704}">
      <dsp:nvSpPr>
        <dsp:cNvPr id="0" name=""/>
        <dsp:cNvSpPr/>
      </dsp:nvSpPr>
      <dsp:spPr>
        <a:xfrm>
          <a:off x="3597071" y="536923"/>
          <a:ext cx="4262792" cy="4262792"/>
        </a:xfrm>
        <a:custGeom>
          <a:avLst/>
          <a:gdLst/>
          <a:ahLst/>
          <a:cxnLst/>
          <a:rect l="0" t="0" r="0" b="0"/>
          <a:pathLst>
            <a:path>
              <a:moveTo>
                <a:pt x="2963614" y="169187"/>
              </a:moveTo>
              <a:arcTo wR="2131396" hR="2131396" stAng="17578977" swAng="1960539"/>
            </a:path>
          </a:pathLst>
        </a:custGeom>
        <a:noFill/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C770FED-E2B5-4562-8A1A-17100B421997}">
      <dsp:nvSpPr>
        <dsp:cNvPr id="0" name=""/>
        <dsp:cNvSpPr/>
      </dsp:nvSpPr>
      <dsp:spPr>
        <a:xfrm>
          <a:off x="6934595" y="1476064"/>
          <a:ext cx="1641899" cy="1067234"/>
        </a:xfrm>
        <a:prstGeom prst="round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700" b="0" kern="1200" dirty="0"/>
            <a:t>Format transduction. </a:t>
          </a:r>
          <a:endParaRPr lang="fr-FR" sz="1700" kern="1200" dirty="0"/>
        </a:p>
      </dsp:txBody>
      <dsp:txXfrm>
        <a:off x="6986693" y="1528162"/>
        <a:ext cx="1537703" cy="963038"/>
      </dsp:txXfrm>
    </dsp:sp>
    <dsp:sp modelId="{EA15ECC6-504F-4544-A9E5-55C548AE05D6}">
      <dsp:nvSpPr>
        <dsp:cNvPr id="0" name=""/>
        <dsp:cNvSpPr/>
      </dsp:nvSpPr>
      <dsp:spPr>
        <a:xfrm>
          <a:off x="3597071" y="536923"/>
          <a:ext cx="4262792" cy="4262792"/>
        </a:xfrm>
        <a:custGeom>
          <a:avLst/>
          <a:gdLst/>
          <a:ahLst/>
          <a:cxnLst/>
          <a:rect l="0" t="0" r="0" b="0"/>
          <a:pathLst>
            <a:path>
              <a:moveTo>
                <a:pt x="4259878" y="2019995"/>
              </a:moveTo>
              <a:arcTo wR="2131396" hR="2131396" stAng="21420239" swAng="2195535"/>
            </a:path>
          </a:pathLst>
        </a:custGeom>
        <a:noFill/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B367D12-381A-4B77-8E1C-BA3996A57BE6}">
      <dsp:nvSpPr>
        <dsp:cNvPr id="0" name=""/>
        <dsp:cNvSpPr/>
      </dsp:nvSpPr>
      <dsp:spPr>
        <a:xfrm>
          <a:off x="6160320" y="3859037"/>
          <a:ext cx="1641899" cy="1067234"/>
        </a:xfrm>
        <a:prstGeom prst="round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700" kern="1200" dirty="0"/>
            <a:t>…</a:t>
          </a:r>
        </a:p>
      </dsp:txBody>
      <dsp:txXfrm>
        <a:off x="6212418" y="3911135"/>
        <a:ext cx="1537703" cy="963038"/>
      </dsp:txXfrm>
    </dsp:sp>
    <dsp:sp modelId="{A3714D35-5D16-4C05-B1DD-E0CA2AFF0931}">
      <dsp:nvSpPr>
        <dsp:cNvPr id="0" name=""/>
        <dsp:cNvSpPr/>
      </dsp:nvSpPr>
      <dsp:spPr>
        <a:xfrm>
          <a:off x="3597071" y="536923"/>
          <a:ext cx="4262792" cy="4262792"/>
        </a:xfrm>
        <a:custGeom>
          <a:avLst/>
          <a:gdLst/>
          <a:ahLst/>
          <a:cxnLst/>
          <a:rect l="0" t="0" r="0" b="0"/>
          <a:pathLst>
            <a:path>
              <a:moveTo>
                <a:pt x="2554788" y="4220316"/>
              </a:moveTo>
              <a:arcTo wR="2131396" hR="2131396" stAng="4712535" swAng="1374931"/>
            </a:path>
          </a:pathLst>
        </a:custGeom>
        <a:noFill/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8F6D6D7-D272-4B95-B9FB-CE1738E3C473}">
      <dsp:nvSpPr>
        <dsp:cNvPr id="0" name=""/>
        <dsp:cNvSpPr/>
      </dsp:nvSpPr>
      <dsp:spPr>
        <a:xfrm>
          <a:off x="3654714" y="3859037"/>
          <a:ext cx="1641899" cy="1067234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700" kern="1200"/>
            <a:t>GUI Navigation</a:t>
          </a:r>
          <a:endParaRPr lang="fr-FR" sz="1700" kern="1200" dirty="0"/>
        </a:p>
      </dsp:txBody>
      <dsp:txXfrm>
        <a:off x="3706812" y="3911135"/>
        <a:ext cx="1537703" cy="963038"/>
      </dsp:txXfrm>
    </dsp:sp>
    <dsp:sp modelId="{40D7B12E-872D-4CE3-A804-0122EEC92984}">
      <dsp:nvSpPr>
        <dsp:cNvPr id="0" name=""/>
        <dsp:cNvSpPr/>
      </dsp:nvSpPr>
      <dsp:spPr>
        <a:xfrm>
          <a:off x="3597071" y="536923"/>
          <a:ext cx="4262792" cy="4262792"/>
        </a:xfrm>
        <a:custGeom>
          <a:avLst/>
          <a:gdLst/>
          <a:ahLst/>
          <a:cxnLst/>
          <a:rect l="0" t="0" r="0" b="0"/>
          <a:pathLst>
            <a:path>
              <a:moveTo>
                <a:pt x="356033" y="3310776"/>
              </a:moveTo>
              <a:arcTo wR="2131396" hR="2131396" stAng="8784225" swAng="2195535"/>
            </a:path>
          </a:pathLst>
        </a:custGeom>
        <a:noFill/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BB23ED0-9ED2-4490-833E-E629AD0D3DCE}">
      <dsp:nvSpPr>
        <dsp:cNvPr id="0" name=""/>
        <dsp:cNvSpPr/>
      </dsp:nvSpPr>
      <dsp:spPr>
        <a:xfrm>
          <a:off x="2880439" y="1476064"/>
          <a:ext cx="1641899" cy="1067234"/>
        </a:xfrm>
        <a:prstGeom prst="roundRect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700" kern="1200" dirty="0"/>
            <a:t>Bulk </a:t>
          </a:r>
          <a:r>
            <a:rPr lang="fr-FR" sz="1700" kern="1200" dirty="0" err="1"/>
            <a:t>semantic</a:t>
          </a:r>
          <a:r>
            <a:rPr lang="fr-FR" sz="1700" kern="1200" dirty="0"/>
            <a:t> annotation.</a:t>
          </a:r>
        </a:p>
      </dsp:txBody>
      <dsp:txXfrm>
        <a:off x="2932537" y="1528162"/>
        <a:ext cx="1537703" cy="963038"/>
      </dsp:txXfrm>
    </dsp:sp>
    <dsp:sp modelId="{87EFB452-9296-48D4-9FBF-5AAF55B1D211}">
      <dsp:nvSpPr>
        <dsp:cNvPr id="0" name=""/>
        <dsp:cNvSpPr/>
      </dsp:nvSpPr>
      <dsp:spPr>
        <a:xfrm>
          <a:off x="3597071" y="536923"/>
          <a:ext cx="4262792" cy="4262792"/>
        </a:xfrm>
        <a:custGeom>
          <a:avLst/>
          <a:gdLst/>
          <a:ahLst/>
          <a:cxnLst/>
          <a:rect l="0" t="0" r="0" b="0"/>
          <a:pathLst>
            <a:path>
              <a:moveTo>
                <a:pt x="371521" y="929026"/>
              </a:moveTo>
              <a:arcTo wR="2131396" hR="2131396" stAng="12860484" swAng="1960539"/>
            </a:path>
          </a:pathLst>
        </a:custGeom>
        <a:noFill/>
        <a:ln w="127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7A5A436-05E3-4E9F-8F52-311628F2D329}">
      <dsp:nvSpPr>
        <dsp:cNvPr id="0" name=""/>
        <dsp:cNvSpPr/>
      </dsp:nvSpPr>
      <dsp:spPr>
        <a:xfrm>
          <a:off x="449201" y="414"/>
          <a:ext cx="1290427" cy="774256"/>
        </a:xfrm>
        <a:prstGeom prst="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700" kern="1200" dirty="0" err="1"/>
            <a:t>MLLMs</a:t>
          </a:r>
          <a:endParaRPr lang="fr-FR" sz="2700" kern="1200" dirty="0"/>
        </a:p>
      </dsp:txBody>
      <dsp:txXfrm>
        <a:off x="449201" y="414"/>
        <a:ext cx="1290427" cy="774256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8D8AC5A-451C-49F0-94B0-CF5ED286387D}">
      <dsp:nvSpPr>
        <dsp:cNvPr id="0" name=""/>
        <dsp:cNvSpPr/>
      </dsp:nvSpPr>
      <dsp:spPr>
        <a:xfrm rot="5400000">
          <a:off x="6723886" y="-2707410"/>
          <a:ext cx="1166424" cy="6877269"/>
        </a:xfrm>
        <a:prstGeom prst="round2SameRect">
          <a:avLst/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630" tIns="43815" rIns="87630" bIns="43815" numCol="1" spcCol="1270" anchor="ctr" anchorCtr="0">
          <a:noAutofit/>
        </a:bodyPr>
        <a:lstStyle/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2300" kern="1200"/>
            <a:t>Is the model's present/absent judgment as accurate as a human's?</a:t>
          </a:r>
          <a:endParaRPr lang="fr-FR" sz="2300" kern="1200" dirty="0"/>
        </a:p>
      </dsp:txBody>
      <dsp:txXfrm rot="-5400000">
        <a:off x="3868464" y="204952"/>
        <a:ext cx="6820329" cy="1052544"/>
      </dsp:txXfrm>
    </dsp:sp>
    <dsp:sp modelId="{9BD950DD-5112-4C58-B93B-8E1EB612307A}">
      <dsp:nvSpPr>
        <dsp:cNvPr id="0" name=""/>
        <dsp:cNvSpPr/>
      </dsp:nvSpPr>
      <dsp:spPr>
        <a:xfrm>
          <a:off x="0" y="2209"/>
          <a:ext cx="3868464" cy="1458031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1450" tIns="85725" rIns="171450" bIns="85725" numCol="1" spcCol="1270" anchor="ctr" anchorCtr="0">
          <a:noAutofit/>
        </a:bodyPr>
        <a:lstStyle/>
        <a:p>
          <a:pPr marL="0" lvl="0" indent="0" algn="ctr" defTabSz="2000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4500" kern="1200" dirty="0" err="1"/>
            <a:t>Decision</a:t>
          </a:r>
          <a:endParaRPr lang="fr-FR" sz="4500" kern="1200" dirty="0"/>
        </a:p>
      </dsp:txBody>
      <dsp:txXfrm>
        <a:off x="71175" y="73384"/>
        <a:ext cx="3726114" cy="1315681"/>
      </dsp:txXfrm>
    </dsp:sp>
    <dsp:sp modelId="{3F3E1C6B-2D50-4B04-A31E-AFC22618D367}">
      <dsp:nvSpPr>
        <dsp:cNvPr id="0" name=""/>
        <dsp:cNvSpPr/>
      </dsp:nvSpPr>
      <dsp:spPr>
        <a:xfrm rot="5400000">
          <a:off x="6723886" y="-1176477"/>
          <a:ext cx="1166424" cy="6877269"/>
        </a:xfrm>
        <a:prstGeom prst="round2SameRect">
          <a:avLst/>
        </a:prstGeom>
        <a:solidFill>
          <a:schemeClr val="accent3">
            <a:tint val="40000"/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3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630" tIns="43815" rIns="87630" bIns="43815" numCol="1" spcCol="1270" anchor="ctr" anchorCtr="0">
          <a:noAutofit/>
        </a:bodyPr>
        <a:lstStyle/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2300" kern="1200" dirty="0"/>
            <a:t>Does the </a:t>
          </a:r>
          <a:r>
            <a:rPr lang="fr-FR" sz="2300" kern="1200" dirty="0" err="1"/>
            <a:t>model's</a:t>
          </a:r>
          <a:r>
            <a:rPr lang="fr-FR" sz="2300" kern="1200" dirty="0"/>
            <a:t> gaze </a:t>
          </a:r>
          <a:r>
            <a:rPr lang="fr-FR" sz="2300" kern="1200" dirty="0" err="1"/>
            <a:t>reach</a:t>
          </a:r>
          <a:r>
            <a:rPr lang="fr-FR" sz="2300" kern="1200" dirty="0"/>
            <a:t> the </a:t>
          </a:r>
          <a:r>
            <a:rPr lang="fr-FR" sz="2300" kern="1200" dirty="0" err="1"/>
            <a:t>target</a:t>
          </a:r>
          <a:r>
            <a:rPr lang="fr-FR" sz="2300" kern="1200" dirty="0"/>
            <a:t> as </a:t>
          </a:r>
          <a:r>
            <a:rPr lang="fr-FR" sz="2300" kern="1200" dirty="0" err="1"/>
            <a:t>efficiently</a:t>
          </a:r>
          <a:r>
            <a:rPr lang="fr-FR" sz="2300" kern="1200" dirty="0"/>
            <a:t> as a </a:t>
          </a:r>
          <a:r>
            <a:rPr lang="fr-FR" sz="2300" kern="1200" dirty="0" err="1"/>
            <a:t>human's</a:t>
          </a:r>
          <a:r>
            <a:rPr lang="fr-FR" sz="2300" kern="1200" dirty="0"/>
            <a:t>?</a:t>
          </a:r>
        </a:p>
      </dsp:txBody>
      <dsp:txXfrm rot="-5400000">
        <a:off x="3868464" y="1735885"/>
        <a:ext cx="6820329" cy="1052544"/>
      </dsp:txXfrm>
    </dsp:sp>
    <dsp:sp modelId="{D9EE7365-6ADE-4FBF-87BB-7F942A1A9AB6}">
      <dsp:nvSpPr>
        <dsp:cNvPr id="0" name=""/>
        <dsp:cNvSpPr/>
      </dsp:nvSpPr>
      <dsp:spPr>
        <a:xfrm>
          <a:off x="0" y="1533141"/>
          <a:ext cx="3868464" cy="1458031"/>
        </a:xfrm>
        <a:prstGeom prst="round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1450" tIns="85725" rIns="171450" bIns="85725" numCol="1" spcCol="1270" anchor="ctr" anchorCtr="0">
          <a:noAutofit/>
        </a:bodyPr>
        <a:lstStyle/>
        <a:p>
          <a:pPr marL="0" lvl="0" indent="0" algn="ctr" defTabSz="2000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4500" kern="1200" dirty="0"/>
            <a:t>Finding</a:t>
          </a:r>
        </a:p>
      </dsp:txBody>
      <dsp:txXfrm>
        <a:off x="71175" y="1604316"/>
        <a:ext cx="3726114" cy="1315681"/>
      </dsp:txXfrm>
    </dsp:sp>
    <dsp:sp modelId="{2D9D3F0C-1B27-400B-81EB-97708E5D66AB}">
      <dsp:nvSpPr>
        <dsp:cNvPr id="0" name=""/>
        <dsp:cNvSpPr/>
      </dsp:nvSpPr>
      <dsp:spPr>
        <a:xfrm rot="5400000">
          <a:off x="6723886" y="354455"/>
          <a:ext cx="1166424" cy="6877269"/>
        </a:xfrm>
        <a:prstGeom prst="round2SameRect">
          <a:avLst/>
        </a:prstGeom>
        <a:solidFill>
          <a:schemeClr val="accent4">
            <a:tint val="40000"/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4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630" tIns="43815" rIns="87630" bIns="43815" numCol="1" spcCol="1270" anchor="ctr" anchorCtr="0">
          <a:noAutofit/>
        </a:bodyPr>
        <a:lstStyle/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2300" kern="1200" dirty="0"/>
            <a:t>Do the </a:t>
          </a:r>
          <a:r>
            <a:rPr lang="fr-FR" sz="2300" kern="1200" dirty="0" err="1"/>
            <a:t>model's</a:t>
          </a:r>
          <a:r>
            <a:rPr lang="fr-FR" sz="2300" kern="1200" dirty="0"/>
            <a:t> </a:t>
          </a:r>
          <a:r>
            <a:rPr lang="fr-FR" sz="2300" kern="1200" dirty="0" err="1"/>
            <a:t>eye-movement</a:t>
          </a:r>
          <a:r>
            <a:rPr lang="fr-FR" sz="2300" kern="1200" dirty="0"/>
            <a:t> </a:t>
          </a:r>
          <a:r>
            <a:rPr lang="fr-FR" sz="2300" i="1" kern="1200" dirty="0" err="1"/>
            <a:t>dynamics</a:t>
          </a:r>
          <a:r>
            <a:rPr lang="fr-FR" sz="2300" kern="1200" dirty="0"/>
            <a:t> (</a:t>
          </a:r>
          <a:r>
            <a:rPr lang="fr-FR" sz="2300" kern="1200" dirty="0" err="1"/>
            <a:t>order</a:t>
          </a:r>
          <a:r>
            <a:rPr lang="fr-FR" sz="2300" kern="1200" dirty="0"/>
            <a:t>, amplitude, </a:t>
          </a:r>
          <a:r>
            <a:rPr lang="fr-FR" sz="2300" kern="1200" dirty="0" err="1"/>
            <a:t>entropy</a:t>
          </a:r>
          <a:r>
            <a:rPr lang="fr-FR" sz="2300" kern="1200" dirty="0"/>
            <a:t>, </a:t>
          </a:r>
          <a:r>
            <a:rPr lang="fr-FR" sz="2300" kern="1200" dirty="0" err="1"/>
            <a:t>consistency</a:t>
          </a:r>
          <a:r>
            <a:rPr lang="fr-FR" sz="2300" kern="1200" dirty="0"/>
            <a:t>) </a:t>
          </a:r>
          <a:r>
            <a:rPr lang="fr-FR" sz="2300" kern="1200" dirty="0" err="1"/>
            <a:t>resemble</a:t>
          </a:r>
          <a:r>
            <a:rPr lang="fr-FR" sz="2300" kern="1200" dirty="0"/>
            <a:t> a </a:t>
          </a:r>
          <a:r>
            <a:rPr lang="fr-FR" sz="2300" kern="1200" dirty="0" err="1"/>
            <a:t>human's</a:t>
          </a:r>
          <a:r>
            <a:rPr lang="fr-FR" sz="2300" kern="1200" dirty="0"/>
            <a:t>, </a:t>
          </a:r>
          <a:r>
            <a:rPr lang="fr-FR" sz="2300" kern="1200" dirty="0" err="1"/>
            <a:t>independent</a:t>
          </a:r>
          <a:r>
            <a:rPr lang="fr-FR" sz="2300" kern="1200" dirty="0"/>
            <a:t> of </a:t>
          </a:r>
          <a:r>
            <a:rPr lang="fr-FR" sz="2300" kern="1200" dirty="0" err="1"/>
            <a:t>outcome</a:t>
          </a:r>
          <a:r>
            <a:rPr lang="fr-FR" sz="2300" kern="1200" dirty="0"/>
            <a:t>?</a:t>
          </a:r>
        </a:p>
      </dsp:txBody>
      <dsp:txXfrm rot="-5400000">
        <a:off x="3868464" y="3266817"/>
        <a:ext cx="6820329" cy="1052544"/>
      </dsp:txXfrm>
    </dsp:sp>
    <dsp:sp modelId="{D75E9057-9FD2-4A83-BFAA-E0274A4B8EBD}">
      <dsp:nvSpPr>
        <dsp:cNvPr id="0" name=""/>
        <dsp:cNvSpPr/>
      </dsp:nvSpPr>
      <dsp:spPr>
        <a:xfrm>
          <a:off x="0" y="3064074"/>
          <a:ext cx="3868464" cy="1458031"/>
        </a:xfrm>
        <a:prstGeom prst="round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1450" tIns="85725" rIns="171450" bIns="85725" numCol="1" spcCol="1270" anchor="ctr" anchorCtr="0">
          <a:noAutofit/>
        </a:bodyPr>
        <a:lstStyle/>
        <a:p>
          <a:pPr marL="0" lvl="0" indent="0" algn="ctr" defTabSz="2000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4500" kern="1200" dirty="0"/>
            <a:t>Gaze process</a:t>
          </a:r>
        </a:p>
      </dsp:txBody>
      <dsp:txXfrm>
        <a:off x="71175" y="3135249"/>
        <a:ext cx="3726114" cy="1315681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C3C77C6-EB78-47DA-B66D-0AFDEB52E617}">
      <dsp:nvSpPr>
        <dsp:cNvPr id="0" name=""/>
        <dsp:cNvSpPr/>
      </dsp:nvSpPr>
      <dsp:spPr>
        <a:xfrm>
          <a:off x="9056" y="737742"/>
          <a:ext cx="1459321" cy="729660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6195" tIns="24130" rIns="36195" bIns="2413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900" kern="1200" dirty="0"/>
            <a:t>Validation split</a:t>
          </a:r>
        </a:p>
      </dsp:txBody>
      <dsp:txXfrm>
        <a:off x="30427" y="759113"/>
        <a:ext cx="1416579" cy="686918"/>
      </dsp:txXfrm>
    </dsp:sp>
    <dsp:sp modelId="{1217E325-8D27-493A-ACBB-32AC900A8088}">
      <dsp:nvSpPr>
        <dsp:cNvPr id="0" name=""/>
        <dsp:cNvSpPr/>
      </dsp:nvSpPr>
      <dsp:spPr>
        <a:xfrm>
          <a:off x="1833208" y="737742"/>
          <a:ext cx="1459321" cy="729660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6195" tIns="24130" rIns="36195" bIns="2413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900" b="1" kern="1200" dirty="0"/>
            <a:t>285 </a:t>
          </a:r>
          <a:r>
            <a:rPr lang="fr-FR" sz="1900" b="1" kern="1200" dirty="0" err="1"/>
            <a:t>scenes</a:t>
          </a:r>
          <a:endParaRPr lang="fr-FR" sz="1900" kern="1200" dirty="0"/>
        </a:p>
      </dsp:txBody>
      <dsp:txXfrm>
        <a:off x="1854579" y="759113"/>
        <a:ext cx="1416579" cy="686918"/>
      </dsp:txXfrm>
    </dsp:sp>
    <dsp:sp modelId="{8AC12B65-E066-4DC1-BC21-31F0B0293C7C}">
      <dsp:nvSpPr>
        <dsp:cNvPr id="0" name=""/>
        <dsp:cNvSpPr/>
      </dsp:nvSpPr>
      <dsp:spPr>
        <a:xfrm>
          <a:off x="3657360" y="737742"/>
          <a:ext cx="1459321" cy="729660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6195" tIns="24130" rIns="36195" bIns="2413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900" b="1" kern="1200" dirty="0"/>
            <a:t>141 </a:t>
          </a:r>
          <a:r>
            <a:rPr lang="fr-FR" sz="1900" b="1" kern="1200" dirty="0" err="1"/>
            <a:t>target-present</a:t>
          </a:r>
          <a:endParaRPr lang="fr-FR" sz="1900" kern="1200" dirty="0"/>
        </a:p>
      </dsp:txBody>
      <dsp:txXfrm>
        <a:off x="3678731" y="759113"/>
        <a:ext cx="1416579" cy="686918"/>
      </dsp:txXfrm>
    </dsp:sp>
    <dsp:sp modelId="{F3D8C3C6-C0AE-4D66-A219-2F96E4092991}">
      <dsp:nvSpPr>
        <dsp:cNvPr id="0" name=""/>
        <dsp:cNvSpPr/>
      </dsp:nvSpPr>
      <dsp:spPr>
        <a:xfrm>
          <a:off x="5481512" y="737742"/>
          <a:ext cx="1459321" cy="729660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6195" tIns="24130" rIns="36195" bIns="2413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900" b="1" kern="1200" dirty="0"/>
            <a:t>144 </a:t>
          </a:r>
          <a:r>
            <a:rPr lang="fr-FR" sz="1900" b="1" kern="1200" dirty="0" err="1"/>
            <a:t>target</a:t>
          </a:r>
          <a:r>
            <a:rPr lang="fr-FR" sz="1900" b="1" kern="1200" dirty="0"/>
            <a:t>-absent</a:t>
          </a:r>
          <a:endParaRPr lang="fr-FR" sz="1900" kern="1200" dirty="0"/>
        </a:p>
      </dsp:txBody>
      <dsp:txXfrm>
        <a:off x="5502883" y="759113"/>
        <a:ext cx="1416579" cy="686918"/>
      </dsp:txXfrm>
    </dsp:sp>
    <dsp:sp modelId="{44FBD1A7-4BB0-450E-913F-E3B1FC465A01}">
      <dsp:nvSpPr>
        <dsp:cNvPr id="0" name=""/>
        <dsp:cNvSpPr/>
      </dsp:nvSpPr>
      <dsp:spPr>
        <a:xfrm>
          <a:off x="7305664" y="737742"/>
          <a:ext cx="1459321" cy="729660"/>
        </a:xfrm>
        <a:prstGeom prst="roundRect">
          <a:avLst>
            <a:gd name="adj" fmla="val 10000"/>
          </a:avLst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6195" tIns="24130" rIns="36195" bIns="2413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900" kern="1200" dirty="0"/>
            <a:t>10 </a:t>
          </a:r>
          <a:r>
            <a:rPr lang="fr-FR" sz="1900" kern="1200" dirty="0" err="1"/>
            <a:t>observers</a:t>
          </a:r>
          <a:r>
            <a:rPr lang="fr-FR" sz="1900" kern="1200" dirty="0"/>
            <a:t> per </a:t>
          </a:r>
          <a:r>
            <a:rPr lang="fr-FR" sz="1900" kern="1200" dirty="0" err="1"/>
            <a:t>scene</a:t>
          </a:r>
          <a:endParaRPr lang="fr-FR" sz="1900" kern="1200" dirty="0"/>
        </a:p>
      </dsp:txBody>
      <dsp:txXfrm>
        <a:off x="7327035" y="759113"/>
        <a:ext cx="1416579" cy="686918"/>
      </dsp:txXfrm>
    </dsp:sp>
    <dsp:sp modelId="{1E22CA12-3E90-453B-850B-639F375DD8D6}">
      <dsp:nvSpPr>
        <dsp:cNvPr id="0" name=""/>
        <dsp:cNvSpPr/>
      </dsp:nvSpPr>
      <dsp:spPr>
        <a:xfrm>
          <a:off x="9129816" y="737742"/>
          <a:ext cx="1459321" cy="729660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6195" tIns="24130" rIns="36195" bIns="2413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900" kern="1200" dirty="0"/>
            <a:t>1680×1050 px</a:t>
          </a:r>
        </a:p>
      </dsp:txBody>
      <dsp:txXfrm>
        <a:off x="9151187" y="759113"/>
        <a:ext cx="1416579" cy="686918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31EAC32-0578-4C47-A47D-41DC871D7644}">
      <dsp:nvSpPr>
        <dsp:cNvPr id="0" name=""/>
        <dsp:cNvSpPr/>
      </dsp:nvSpPr>
      <dsp:spPr>
        <a:xfrm>
          <a:off x="1873" y="0"/>
          <a:ext cx="2914728" cy="3353894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0472" tIns="220472" rIns="220472" bIns="220472" numCol="1" spcCol="1270" anchor="ctr" anchorCtr="0">
          <a:noAutofit/>
        </a:bodyPr>
        <a:lstStyle/>
        <a:p>
          <a:pPr marL="0" lvl="0" indent="0" algn="ctr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3100" kern="1200" dirty="0"/>
            <a:t>Qwen3.5-35B-A3B</a:t>
          </a:r>
        </a:p>
      </dsp:txBody>
      <dsp:txXfrm>
        <a:off x="1873" y="1341557"/>
        <a:ext cx="2914728" cy="1341557"/>
      </dsp:txXfrm>
    </dsp:sp>
    <dsp:sp modelId="{4E71C29B-11E5-4552-AC6B-9AF94057835E}">
      <dsp:nvSpPr>
        <dsp:cNvPr id="0" name=""/>
        <dsp:cNvSpPr/>
      </dsp:nvSpPr>
      <dsp:spPr>
        <a:xfrm>
          <a:off x="900814" y="201233"/>
          <a:ext cx="1116846" cy="1116846"/>
        </a:xfrm>
        <a:prstGeom prst="ellipse">
          <a:avLst/>
        </a:prstGeom>
        <a:blipFill>
          <a:blip xmlns:r="http://schemas.openxmlformats.org/officeDocument/2006/relationships" r:embed="rId1">
            <a:extLst>
              <a:ext uri="{837473B0-CC2E-450A-ABE3-18F120FF3D39}">
                <a1611:picAttrSrcUrl xmlns:a1611="http://schemas.microsoft.com/office/drawing/2016/11/main" r:id="rId2"/>
              </a:ext>
            </a:extLst>
          </a:blip>
          <a:srcRect/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BF83A77-7205-4B4B-94B4-70E246513DA0}">
      <dsp:nvSpPr>
        <dsp:cNvPr id="0" name=""/>
        <dsp:cNvSpPr/>
      </dsp:nvSpPr>
      <dsp:spPr>
        <a:xfrm>
          <a:off x="3004044" y="0"/>
          <a:ext cx="2914728" cy="3353894"/>
        </a:xfrm>
        <a:prstGeom prst="roundRect">
          <a:avLst>
            <a:gd name="adj" fmla="val 10000"/>
          </a:avLst>
        </a:prstGeom>
        <a:solidFill>
          <a:schemeClr val="accent5">
            <a:hueOff val="-6076075"/>
            <a:satOff val="-413"/>
            <a:lumOff val="981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0472" tIns="220472" rIns="220472" bIns="220472" numCol="1" spcCol="1270" anchor="ctr" anchorCtr="0">
          <a:noAutofit/>
        </a:bodyPr>
        <a:lstStyle/>
        <a:p>
          <a:pPr marL="0" lvl="0" indent="0" algn="ctr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3100" kern="1200"/>
            <a:t>GLM-4.6V-Flash</a:t>
          </a:r>
        </a:p>
      </dsp:txBody>
      <dsp:txXfrm>
        <a:off x="3004044" y="1341557"/>
        <a:ext cx="2914728" cy="1341557"/>
      </dsp:txXfrm>
    </dsp:sp>
    <dsp:sp modelId="{87B83C84-B245-4097-AB60-C0F299C71470}">
      <dsp:nvSpPr>
        <dsp:cNvPr id="0" name=""/>
        <dsp:cNvSpPr/>
      </dsp:nvSpPr>
      <dsp:spPr>
        <a:xfrm>
          <a:off x="3902985" y="201233"/>
          <a:ext cx="1116846" cy="1116846"/>
        </a:xfrm>
        <a:prstGeom prst="ellipse">
          <a:avLst/>
        </a:prstGeom>
        <a:blipFill>
          <a:blip xmlns:r="http://schemas.openxmlformats.org/officeDocument/2006/relationships" r:embed="rId3">
            <a:extLst>
              <a:ext uri="{837473B0-CC2E-450A-ABE3-18F120FF3D39}">
                <a1611:picAttrSrcUrl xmlns:a1611="http://schemas.microsoft.com/office/drawing/2016/11/main" r:id="rId4"/>
              </a:ext>
            </a:extLst>
          </a:blip>
          <a:srcRect/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C5BA97B-CB22-4F2F-BEF9-43A37849EFC0}">
      <dsp:nvSpPr>
        <dsp:cNvPr id="0" name=""/>
        <dsp:cNvSpPr/>
      </dsp:nvSpPr>
      <dsp:spPr>
        <a:xfrm>
          <a:off x="6006214" y="0"/>
          <a:ext cx="2914728" cy="3353894"/>
        </a:xfrm>
        <a:prstGeom prst="roundRect">
          <a:avLst>
            <a:gd name="adj" fmla="val 10000"/>
          </a:avLst>
        </a:prstGeom>
        <a:solidFill>
          <a:schemeClr val="accent5">
            <a:hueOff val="-12152150"/>
            <a:satOff val="-826"/>
            <a:lumOff val="1961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0472" tIns="220472" rIns="220472" bIns="220472" numCol="1" spcCol="1270" anchor="ctr" anchorCtr="0">
          <a:noAutofit/>
        </a:bodyPr>
        <a:lstStyle/>
        <a:p>
          <a:pPr marL="0" lvl="0" indent="0" algn="ctr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3100" kern="1200"/>
            <a:t>Gemma-4-E4B</a:t>
          </a:r>
        </a:p>
      </dsp:txBody>
      <dsp:txXfrm>
        <a:off x="6006214" y="1341557"/>
        <a:ext cx="2914728" cy="1341557"/>
      </dsp:txXfrm>
    </dsp:sp>
    <dsp:sp modelId="{78217FEC-9A7B-442A-903A-7A23F7721CCE}">
      <dsp:nvSpPr>
        <dsp:cNvPr id="0" name=""/>
        <dsp:cNvSpPr/>
      </dsp:nvSpPr>
      <dsp:spPr>
        <a:xfrm>
          <a:off x="6905155" y="201233"/>
          <a:ext cx="1116846" cy="1116846"/>
        </a:xfrm>
        <a:prstGeom prst="ellipse">
          <a:avLst/>
        </a:prstGeom>
        <a:blipFill>
          <a:blip xmlns:r="http://schemas.openxmlformats.org/officeDocument/2006/relationships" r:embed="rId5">
            <a:extLst>
              <a:ext uri="{837473B0-CC2E-450A-ABE3-18F120FF3D39}">
                <a1611:picAttrSrcUrl xmlns:a1611="http://schemas.microsoft.com/office/drawing/2016/11/main" r:id="rId6"/>
              </a:ext>
            </a:extLst>
          </a:blip>
          <a:srcRect/>
          <a:stretch>
            <a:fillRect l="-15000" r="-15000"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2723AC4-E0A0-4672-AEB1-A7C9109005BD}">
      <dsp:nvSpPr>
        <dsp:cNvPr id="0" name=""/>
        <dsp:cNvSpPr/>
      </dsp:nvSpPr>
      <dsp:spPr>
        <a:xfrm>
          <a:off x="356912" y="2683115"/>
          <a:ext cx="8208991" cy="503084"/>
        </a:xfrm>
        <a:prstGeom prst="leftRightArrow">
          <a:avLst/>
        </a:prstGeom>
        <a:solidFill>
          <a:schemeClr val="accent5"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8D8AC5A-451C-49F0-94B0-CF5ED286387D}">
      <dsp:nvSpPr>
        <dsp:cNvPr id="0" name=""/>
        <dsp:cNvSpPr/>
      </dsp:nvSpPr>
      <dsp:spPr>
        <a:xfrm rot="5400000">
          <a:off x="6723886" y="-2707410"/>
          <a:ext cx="1166424" cy="6877269"/>
        </a:xfrm>
        <a:prstGeom prst="round2SameRect">
          <a:avLst/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390" tIns="36195" rIns="72390" bIns="36195" numCol="1" spcCol="1270" anchor="ctr" anchorCtr="0">
          <a:noAutofit/>
        </a:bodyPr>
        <a:lstStyle/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1900" kern="1200" dirty="0"/>
            <a:t>Model </a:t>
          </a:r>
          <a:r>
            <a:rPr lang="fr-FR" sz="1900" kern="1200" dirty="0" err="1"/>
            <a:t>decisions</a:t>
          </a:r>
          <a:r>
            <a:rPr lang="fr-FR" sz="1900" kern="1200" dirty="0"/>
            <a:t> are as good or </a:t>
          </a:r>
          <a:r>
            <a:rPr lang="fr-FR" sz="1900" kern="1200" dirty="0" err="1"/>
            <a:t>better</a:t>
          </a:r>
          <a:r>
            <a:rPr lang="fr-FR" sz="1900" kern="1200" dirty="0"/>
            <a:t> </a:t>
          </a:r>
          <a:r>
            <a:rPr lang="fr-FR" sz="1900" kern="1200" dirty="0" err="1"/>
            <a:t>than</a:t>
          </a:r>
          <a:r>
            <a:rPr lang="fr-FR" sz="1900" kern="1200" dirty="0"/>
            <a:t> </a:t>
          </a:r>
          <a:r>
            <a:rPr lang="fr-FR" sz="1900" kern="1200" dirty="0" err="1"/>
            <a:t>humans</a:t>
          </a:r>
          <a:r>
            <a:rPr lang="fr-FR" sz="1900" kern="1200" dirty="0"/>
            <a:t> </a:t>
          </a:r>
          <a:r>
            <a:rPr lang="fr-FR" sz="1900" kern="1200" dirty="0" err="1"/>
            <a:t>under</a:t>
          </a:r>
          <a:r>
            <a:rPr lang="fr-FR" sz="1900" kern="1200" dirty="0"/>
            <a:t> </a:t>
          </a:r>
          <a:r>
            <a:rPr lang="fr-FR" sz="1900" kern="1200" dirty="0" err="1"/>
            <a:t>human</a:t>
          </a:r>
          <a:r>
            <a:rPr lang="fr-FR" sz="1900" kern="1200" dirty="0"/>
            <a:t>-like </a:t>
          </a:r>
          <a:r>
            <a:rPr lang="fr-FR" sz="1900" kern="1200" dirty="0" err="1"/>
            <a:t>foveation</a:t>
          </a:r>
          <a:r>
            <a:rPr lang="fr-FR" sz="1900" kern="1200" dirty="0"/>
            <a:t> conditions, and </a:t>
          </a:r>
          <a:r>
            <a:rPr lang="fr-FR" sz="1900" kern="1200" dirty="0" err="1"/>
            <a:t>only</a:t>
          </a:r>
          <a:r>
            <a:rPr lang="fr-FR" sz="1900" kern="1200" dirty="0"/>
            <a:t> </a:t>
          </a:r>
          <a:r>
            <a:rPr lang="fr-FR" sz="1900" kern="1200" dirty="0" err="1"/>
            <a:t>degrade</a:t>
          </a:r>
          <a:r>
            <a:rPr lang="fr-FR" sz="1900" kern="1200" dirty="0"/>
            <a:t> </a:t>
          </a:r>
          <a:r>
            <a:rPr lang="fr-FR" sz="1900" kern="1200" dirty="0" err="1"/>
            <a:t>under</a:t>
          </a:r>
          <a:r>
            <a:rPr lang="fr-FR" sz="1900" kern="1200" dirty="0"/>
            <a:t> </a:t>
          </a:r>
          <a:r>
            <a:rPr lang="fr-FR" sz="1900" kern="1200" dirty="0" err="1"/>
            <a:t>severe</a:t>
          </a:r>
          <a:r>
            <a:rPr lang="fr-FR" sz="1900" kern="1200" dirty="0"/>
            <a:t> </a:t>
          </a:r>
          <a:r>
            <a:rPr lang="fr-FR" sz="1900" kern="1200" dirty="0" err="1"/>
            <a:t>foveation</a:t>
          </a:r>
          <a:r>
            <a:rPr lang="fr-FR" sz="1900" kern="1200" dirty="0"/>
            <a:t>.</a:t>
          </a:r>
        </a:p>
      </dsp:txBody>
      <dsp:txXfrm rot="-5400000">
        <a:off x="3868464" y="204952"/>
        <a:ext cx="6820329" cy="1052544"/>
      </dsp:txXfrm>
    </dsp:sp>
    <dsp:sp modelId="{9BD950DD-5112-4C58-B93B-8E1EB612307A}">
      <dsp:nvSpPr>
        <dsp:cNvPr id="0" name=""/>
        <dsp:cNvSpPr/>
      </dsp:nvSpPr>
      <dsp:spPr>
        <a:xfrm>
          <a:off x="0" y="2209"/>
          <a:ext cx="3868464" cy="1458031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1450" tIns="85725" rIns="171450" bIns="85725" numCol="1" spcCol="1270" anchor="ctr" anchorCtr="0">
          <a:noAutofit/>
        </a:bodyPr>
        <a:lstStyle/>
        <a:p>
          <a:pPr marL="0" lvl="0" indent="0" algn="ctr" defTabSz="2000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4500" kern="1200" dirty="0" err="1"/>
            <a:t>Decision</a:t>
          </a:r>
          <a:endParaRPr lang="fr-FR" sz="4500" kern="1200" dirty="0"/>
        </a:p>
      </dsp:txBody>
      <dsp:txXfrm>
        <a:off x="71175" y="73384"/>
        <a:ext cx="3726114" cy="1315681"/>
      </dsp:txXfrm>
    </dsp:sp>
    <dsp:sp modelId="{3F3E1C6B-2D50-4B04-A31E-AFC22618D367}">
      <dsp:nvSpPr>
        <dsp:cNvPr id="0" name=""/>
        <dsp:cNvSpPr/>
      </dsp:nvSpPr>
      <dsp:spPr>
        <a:xfrm rot="5400000">
          <a:off x="6723886" y="-1176477"/>
          <a:ext cx="1166424" cy="6877269"/>
        </a:xfrm>
        <a:prstGeom prst="round2SameRect">
          <a:avLst/>
        </a:prstGeom>
        <a:solidFill>
          <a:schemeClr val="accent3">
            <a:tint val="40000"/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3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390" tIns="36195" rIns="72390" bIns="36195" numCol="1" spcCol="1270" anchor="ctr" anchorCtr="0">
          <a:noAutofit/>
        </a:bodyPr>
        <a:lstStyle/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1900" kern="1200" dirty="0"/>
            <a:t>The </a:t>
          </a:r>
          <a:r>
            <a:rPr lang="fr-FR" sz="1900" kern="1200" dirty="0" err="1"/>
            <a:t>models</a:t>
          </a:r>
          <a:r>
            <a:rPr lang="fr-FR" sz="1900" kern="1200" dirty="0"/>
            <a:t> </a:t>
          </a:r>
          <a:r>
            <a:rPr lang="fr-FR" sz="1900" kern="1200" dirty="0" err="1"/>
            <a:t>find</a:t>
          </a:r>
          <a:r>
            <a:rPr lang="fr-FR" sz="1900" kern="1200" dirty="0"/>
            <a:t> the </a:t>
          </a:r>
          <a:r>
            <a:rPr lang="fr-FR" sz="1900" kern="1200" dirty="0" err="1"/>
            <a:t>object</a:t>
          </a:r>
          <a:r>
            <a:rPr lang="fr-FR" sz="1900" kern="1200" dirty="0"/>
            <a:t> more </a:t>
          </a:r>
          <a:r>
            <a:rPr lang="fr-FR" sz="1900" kern="1200" dirty="0" err="1"/>
            <a:t>efficiently</a:t>
          </a:r>
          <a:r>
            <a:rPr lang="fr-FR" sz="1900" kern="1200" dirty="0"/>
            <a:t> </a:t>
          </a:r>
          <a:r>
            <a:rPr lang="fr-FR" sz="1900" kern="1200" dirty="0" err="1"/>
            <a:t>than</a:t>
          </a:r>
          <a:r>
            <a:rPr lang="fr-FR" sz="1900" kern="1200" dirty="0"/>
            <a:t> </a:t>
          </a:r>
          <a:r>
            <a:rPr lang="fr-FR" sz="1900" kern="1200" dirty="0" err="1"/>
            <a:t>humans</a:t>
          </a:r>
          <a:r>
            <a:rPr lang="fr-FR" sz="1900" kern="1200" dirty="0"/>
            <a:t>, </a:t>
          </a:r>
          <a:r>
            <a:rPr lang="fr-FR" sz="1900" kern="1200" dirty="0" err="1"/>
            <a:t>usually</a:t>
          </a:r>
          <a:r>
            <a:rPr lang="fr-FR" sz="1900" kern="1200" dirty="0"/>
            <a:t> in 1 big saccade, </a:t>
          </a:r>
          <a:r>
            <a:rPr lang="fr-FR" sz="1900" kern="1200" dirty="0" err="1"/>
            <a:t>while</a:t>
          </a:r>
          <a:r>
            <a:rPr lang="fr-FR" sz="1900" kern="1200" dirty="0"/>
            <a:t> </a:t>
          </a:r>
          <a:r>
            <a:rPr lang="fr-FR" sz="1900" kern="1200" dirty="0" err="1"/>
            <a:t>humans</a:t>
          </a:r>
          <a:r>
            <a:rPr lang="fr-FR" sz="1900" kern="1200" dirty="0"/>
            <a:t> </a:t>
          </a:r>
          <a:r>
            <a:rPr lang="fr-FR" sz="1900" kern="1200" dirty="0" err="1"/>
            <a:t>take</a:t>
          </a:r>
          <a:r>
            <a:rPr lang="fr-FR" sz="1900" kern="1200" dirty="0"/>
            <a:t> </a:t>
          </a:r>
          <a:r>
            <a:rPr lang="fr-FR" sz="1900" kern="1200" dirty="0" err="1"/>
            <a:t>much</a:t>
          </a:r>
          <a:r>
            <a:rPr lang="fr-FR" sz="1900" kern="1200" dirty="0"/>
            <a:t> more saccades.</a:t>
          </a:r>
        </a:p>
      </dsp:txBody>
      <dsp:txXfrm rot="-5400000">
        <a:off x="3868464" y="1735885"/>
        <a:ext cx="6820329" cy="1052544"/>
      </dsp:txXfrm>
    </dsp:sp>
    <dsp:sp modelId="{D9EE7365-6ADE-4FBF-87BB-7F942A1A9AB6}">
      <dsp:nvSpPr>
        <dsp:cNvPr id="0" name=""/>
        <dsp:cNvSpPr/>
      </dsp:nvSpPr>
      <dsp:spPr>
        <a:xfrm>
          <a:off x="0" y="1533141"/>
          <a:ext cx="3868464" cy="1458031"/>
        </a:xfrm>
        <a:prstGeom prst="round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1450" tIns="85725" rIns="171450" bIns="85725" numCol="1" spcCol="1270" anchor="ctr" anchorCtr="0">
          <a:noAutofit/>
        </a:bodyPr>
        <a:lstStyle/>
        <a:p>
          <a:pPr marL="0" lvl="0" indent="0" algn="ctr" defTabSz="2000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4500" kern="1200" dirty="0"/>
            <a:t>Finding</a:t>
          </a:r>
        </a:p>
      </dsp:txBody>
      <dsp:txXfrm>
        <a:off x="71175" y="1604316"/>
        <a:ext cx="3726114" cy="1315681"/>
      </dsp:txXfrm>
    </dsp:sp>
    <dsp:sp modelId="{2D9D3F0C-1B27-400B-81EB-97708E5D66AB}">
      <dsp:nvSpPr>
        <dsp:cNvPr id="0" name=""/>
        <dsp:cNvSpPr/>
      </dsp:nvSpPr>
      <dsp:spPr>
        <a:xfrm rot="5400000">
          <a:off x="6723886" y="354455"/>
          <a:ext cx="1166424" cy="6877269"/>
        </a:xfrm>
        <a:prstGeom prst="round2SameRect">
          <a:avLst/>
        </a:prstGeom>
        <a:solidFill>
          <a:schemeClr val="accent4">
            <a:tint val="40000"/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4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390" tIns="36195" rIns="72390" bIns="36195" numCol="1" spcCol="1270" anchor="ctr" anchorCtr="0">
          <a:noAutofit/>
        </a:bodyPr>
        <a:lstStyle/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1900" kern="1200" dirty="0"/>
            <a:t>Independent of </a:t>
          </a:r>
          <a:r>
            <a:rPr lang="fr-FR" sz="1900" kern="1200" dirty="0" err="1"/>
            <a:t>outcome</a:t>
          </a:r>
          <a:r>
            <a:rPr lang="fr-FR" sz="1900" kern="1200" dirty="0"/>
            <a:t>, </a:t>
          </a:r>
          <a:r>
            <a:rPr lang="fr-FR" sz="1900" kern="1200" dirty="0" err="1"/>
            <a:t>MLLMs</a:t>
          </a:r>
          <a:r>
            <a:rPr lang="fr-FR" sz="1900" kern="1200" dirty="0"/>
            <a:t> have </a:t>
          </a:r>
          <a:r>
            <a:rPr lang="fr-FR" sz="1900" kern="1200" dirty="0" err="1"/>
            <a:t>shown</a:t>
          </a:r>
          <a:r>
            <a:rPr lang="fr-FR" sz="1900" kern="1200" dirty="0"/>
            <a:t> </a:t>
          </a:r>
          <a:r>
            <a:rPr lang="fr-FR" sz="1900" kern="1200" dirty="0" err="1"/>
            <a:t>that</a:t>
          </a:r>
          <a:r>
            <a:rPr lang="fr-FR" sz="1900" kern="1200" dirty="0"/>
            <a:t> </a:t>
          </a:r>
          <a:r>
            <a:rPr lang="fr-FR" sz="1900" kern="1200" dirty="0" err="1"/>
            <a:t>their</a:t>
          </a:r>
          <a:r>
            <a:rPr lang="fr-FR" sz="1900" kern="1200" dirty="0"/>
            <a:t> </a:t>
          </a:r>
          <a:r>
            <a:rPr lang="fr-FR" sz="1900" kern="1200" dirty="0" err="1"/>
            <a:t>visual</a:t>
          </a:r>
          <a:r>
            <a:rPr lang="fr-FR" sz="1900" kern="1200" dirty="0"/>
            <a:t> </a:t>
          </a:r>
          <a:r>
            <a:rPr lang="fr-FR" sz="1900" kern="1200" dirty="0" err="1"/>
            <a:t>searching</a:t>
          </a:r>
          <a:r>
            <a:rPr lang="fr-FR" sz="1900" kern="1200" dirty="0"/>
            <a:t> </a:t>
          </a:r>
          <a:r>
            <a:rPr lang="fr-FR" sz="1900" kern="1200" dirty="0" err="1"/>
            <a:t>behaviour</a:t>
          </a:r>
          <a:r>
            <a:rPr lang="fr-FR" sz="1900" kern="1200" dirty="0"/>
            <a:t> </a:t>
          </a:r>
          <a:r>
            <a:rPr lang="fr-FR" sz="1900" kern="1200" dirty="0" err="1"/>
            <a:t>is</a:t>
          </a:r>
          <a:r>
            <a:rPr lang="fr-FR" sz="1900" kern="1200" dirty="0"/>
            <a:t> </a:t>
          </a:r>
          <a:r>
            <a:rPr lang="fr-FR" sz="1900" kern="1200" dirty="0" err="1"/>
            <a:t>different</a:t>
          </a:r>
          <a:r>
            <a:rPr lang="fr-FR" sz="1900" kern="1200" dirty="0"/>
            <a:t> </a:t>
          </a:r>
          <a:r>
            <a:rPr lang="fr-FR" sz="1900" kern="1200" dirty="0" err="1"/>
            <a:t>from</a:t>
          </a:r>
          <a:r>
            <a:rPr lang="fr-FR" sz="1900" kern="1200" dirty="0"/>
            <a:t>  the </a:t>
          </a:r>
          <a:r>
            <a:rPr lang="fr-FR" sz="1900" kern="1200" dirty="0" err="1"/>
            <a:t>humans</a:t>
          </a:r>
          <a:r>
            <a:rPr lang="fr-FR" sz="1900" kern="1200" dirty="0"/>
            <a:t>, and </a:t>
          </a:r>
          <a:r>
            <a:rPr lang="fr-FR" sz="1900" kern="1200" dirty="0" err="1"/>
            <a:t>they</a:t>
          </a:r>
          <a:r>
            <a:rPr lang="fr-FR" sz="1900" kern="1200" dirty="0"/>
            <a:t> can not </a:t>
          </a:r>
          <a:r>
            <a:rPr lang="fr-FR" sz="1900" kern="1200" dirty="0" err="1"/>
            <a:t>be</a:t>
          </a:r>
          <a:r>
            <a:rPr lang="fr-FR" sz="1900" kern="1200" dirty="0"/>
            <a:t> </a:t>
          </a:r>
          <a:r>
            <a:rPr lang="fr-FR" sz="1900" kern="1200" dirty="0" err="1"/>
            <a:t>considered</a:t>
          </a:r>
          <a:r>
            <a:rPr lang="fr-FR" sz="1900" kern="1200" dirty="0"/>
            <a:t> a good simulation alternative. </a:t>
          </a:r>
        </a:p>
      </dsp:txBody>
      <dsp:txXfrm rot="-5400000">
        <a:off x="3868464" y="3266817"/>
        <a:ext cx="6820329" cy="1052544"/>
      </dsp:txXfrm>
    </dsp:sp>
    <dsp:sp modelId="{D75E9057-9FD2-4A83-BFAA-E0274A4B8EBD}">
      <dsp:nvSpPr>
        <dsp:cNvPr id="0" name=""/>
        <dsp:cNvSpPr/>
      </dsp:nvSpPr>
      <dsp:spPr>
        <a:xfrm>
          <a:off x="0" y="3064074"/>
          <a:ext cx="3868464" cy="1458031"/>
        </a:xfrm>
        <a:prstGeom prst="round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1450" tIns="85725" rIns="171450" bIns="85725" numCol="1" spcCol="1270" anchor="ctr" anchorCtr="0">
          <a:noAutofit/>
        </a:bodyPr>
        <a:lstStyle/>
        <a:p>
          <a:pPr marL="0" lvl="0" indent="0" algn="ctr" defTabSz="2000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4500" kern="1200" dirty="0"/>
            <a:t>Gaze process</a:t>
          </a:r>
        </a:p>
      </dsp:txBody>
      <dsp:txXfrm>
        <a:off x="71175" y="3135249"/>
        <a:ext cx="3726114" cy="1315681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F4CFF15-10CB-4348-B6B7-53B2ECC31F67}">
      <dsp:nvSpPr>
        <dsp:cNvPr id="0" name=""/>
        <dsp:cNvSpPr/>
      </dsp:nvSpPr>
      <dsp:spPr>
        <a:xfrm>
          <a:off x="-4759429" y="-729506"/>
          <a:ext cx="5668935" cy="5668935"/>
        </a:xfrm>
        <a:prstGeom prst="blockArc">
          <a:avLst>
            <a:gd name="adj1" fmla="val 18900000"/>
            <a:gd name="adj2" fmla="val 2700000"/>
            <a:gd name="adj3" fmla="val 381"/>
          </a:avLst>
        </a:prstGeom>
        <a:noFill/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981CE09-6123-4A5B-AA65-F38EF5CE531E}">
      <dsp:nvSpPr>
        <dsp:cNvPr id="0" name=""/>
        <dsp:cNvSpPr/>
      </dsp:nvSpPr>
      <dsp:spPr>
        <a:xfrm>
          <a:off x="584942" y="420992"/>
          <a:ext cx="9195036" cy="841984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68325" tIns="63500" rIns="63500" bIns="6350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500" kern="1200" dirty="0" err="1"/>
            <a:t>Answer-alignment</a:t>
          </a:r>
          <a:r>
            <a:rPr lang="fr-FR" sz="2500" kern="1200" dirty="0"/>
            <a:t> scores are </a:t>
          </a:r>
          <a:r>
            <a:rPr lang="fr-FR" sz="2500" kern="1200" dirty="0" err="1"/>
            <a:t>computed</a:t>
          </a:r>
          <a:r>
            <a:rPr lang="fr-FR" sz="2500" kern="1200" dirty="0"/>
            <a:t> on </a:t>
          </a:r>
          <a:r>
            <a:rPr lang="fr-FR" sz="2500" kern="1200" dirty="0" err="1"/>
            <a:t>outcomes</a:t>
          </a:r>
          <a:r>
            <a:rPr lang="fr-FR" sz="2500" kern="1200" dirty="0"/>
            <a:t>; But are blind to the process axis.</a:t>
          </a:r>
        </a:p>
      </dsp:txBody>
      <dsp:txXfrm>
        <a:off x="584942" y="420992"/>
        <a:ext cx="9195036" cy="841984"/>
      </dsp:txXfrm>
    </dsp:sp>
    <dsp:sp modelId="{75054F9D-9ADB-460F-A311-9225D1BA2389}">
      <dsp:nvSpPr>
        <dsp:cNvPr id="0" name=""/>
        <dsp:cNvSpPr/>
      </dsp:nvSpPr>
      <dsp:spPr>
        <a:xfrm>
          <a:off x="58702" y="315744"/>
          <a:ext cx="1052480" cy="1052480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A51D9D3-C53F-4355-BF41-398F1520A32E}">
      <dsp:nvSpPr>
        <dsp:cNvPr id="0" name=""/>
        <dsp:cNvSpPr/>
      </dsp:nvSpPr>
      <dsp:spPr>
        <a:xfrm>
          <a:off x="891004" y="1683968"/>
          <a:ext cx="8888975" cy="841984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68325" tIns="63500" rIns="63500" bIns="6350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500" kern="1200" dirty="0" err="1"/>
            <a:t>Models</a:t>
          </a:r>
          <a:r>
            <a:rPr lang="fr-FR" sz="2500" kern="1200" dirty="0"/>
            <a:t> </a:t>
          </a:r>
          <a:r>
            <a:rPr lang="fr-FR" sz="2500" kern="1200" dirty="0" err="1"/>
            <a:t>scored</a:t>
          </a:r>
          <a:r>
            <a:rPr lang="fr-FR" sz="2500" kern="1200" dirty="0"/>
            <a:t> </a:t>
          </a:r>
          <a:r>
            <a:rPr lang="fr-FR" sz="2500" kern="1200" dirty="0" err="1"/>
            <a:t>well</a:t>
          </a:r>
          <a:r>
            <a:rPr lang="fr-FR" sz="2500" kern="1200" dirty="0"/>
            <a:t> on </a:t>
          </a:r>
          <a:r>
            <a:rPr lang="fr-FR" sz="2500" kern="1200" dirty="0" err="1"/>
            <a:t>exactly</a:t>
          </a:r>
          <a:r>
            <a:rPr lang="fr-FR" sz="2500" kern="1200" dirty="0"/>
            <a:t> </a:t>
          </a:r>
          <a:r>
            <a:rPr lang="fr-FR" sz="2500" kern="1200" dirty="0" err="1"/>
            <a:t>those</a:t>
          </a:r>
          <a:r>
            <a:rPr lang="fr-FR" sz="2500" kern="1200" dirty="0"/>
            <a:t>, </a:t>
          </a:r>
          <a:r>
            <a:rPr lang="fr-FR" sz="2500" kern="1200" dirty="0" err="1"/>
            <a:t>while</a:t>
          </a:r>
          <a:r>
            <a:rPr lang="fr-FR" sz="2500" kern="1200" dirty="0"/>
            <a:t> </a:t>
          </a:r>
          <a:r>
            <a:rPr lang="fr-FR" sz="2500" kern="1200" dirty="0" err="1"/>
            <a:t>diverging</a:t>
          </a:r>
          <a:r>
            <a:rPr lang="fr-FR" sz="2500" kern="1200" dirty="0"/>
            <a:t> on </a:t>
          </a:r>
          <a:r>
            <a:rPr lang="fr-FR" sz="2500" kern="1200" dirty="0" err="1"/>
            <a:t>sequential</a:t>
          </a:r>
          <a:r>
            <a:rPr lang="fr-FR" sz="2500" kern="1200" dirty="0"/>
            <a:t> </a:t>
          </a:r>
          <a:r>
            <a:rPr lang="fr-FR" sz="2500" kern="1200" dirty="0" err="1"/>
            <a:t>measures</a:t>
          </a:r>
          <a:r>
            <a:rPr lang="fr-FR" sz="2500" kern="1200" dirty="0"/>
            <a:t>.</a:t>
          </a:r>
        </a:p>
      </dsp:txBody>
      <dsp:txXfrm>
        <a:off x="891004" y="1683968"/>
        <a:ext cx="8888975" cy="841984"/>
      </dsp:txXfrm>
    </dsp:sp>
    <dsp:sp modelId="{76B2E132-2994-4020-AEC3-37F6CB5A138D}">
      <dsp:nvSpPr>
        <dsp:cNvPr id="0" name=""/>
        <dsp:cNvSpPr/>
      </dsp:nvSpPr>
      <dsp:spPr>
        <a:xfrm>
          <a:off x="364763" y="1578720"/>
          <a:ext cx="1052480" cy="1052480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9C5C24A-A0DE-4FA8-B88C-08DE2FF43B18}">
      <dsp:nvSpPr>
        <dsp:cNvPr id="0" name=""/>
        <dsp:cNvSpPr/>
      </dsp:nvSpPr>
      <dsp:spPr>
        <a:xfrm>
          <a:off x="584942" y="2946945"/>
          <a:ext cx="9195036" cy="841984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68325" tIns="63500" rIns="63500" bIns="6350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500" kern="1200" dirty="0" err="1"/>
            <a:t>Certifying</a:t>
          </a:r>
          <a:r>
            <a:rPr lang="fr-FR" sz="2500" kern="1200" dirty="0"/>
            <a:t> process-</a:t>
          </a:r>
          <a:r>
            <a:rPr lang="fr-FR" sz="2500" kern="1200" dirty="0" err="1"/>
            <a:t>level</a:t>
          </a:r>
          <a:r>
            <a:rPr lang="fr-FR" sz="2500" kern="1200" dirty="0"/>
            <a:t> </a:t>
          </a:r>
          <a:r>
            <a:rPr lang="fr-FR" sz="2500" kern="1200" dirty="0" err="1"/>
            <a:t>correspondence</a:t>
          </a:r>
          <a:r>
            <a:rPr lang="fr-FR" sz="2500" kern="1200" dirty="0"/>
            <a:t> </a:t>
          </a:r>
          <a:r>
            <a:rPr lang="fr-FR" sz="2500" kern="1200" dirty="0" err="1"/>
            <a:t>needs</a:t>
          </a:r>
          <a:r>
            <a:rPr lang="fr-FR" sz="2500" kern="1200" dirty="0"/>
            <a:t> </a:t>
          </a:r>
          <a:r>
            <a:rPr lang="fr-FR" sz="2500" kern="1200" dirty="0" err="1"/>
            <a:t>sequence-level</a:t>
          </a:r>
          <a:r>
            <a:rPr lang="fr-FR" sz="2500" kern="1200" dirty="0"/>
            <a:t> </a:t>
          </a:r>
          <a:r>
            <a:rPr lang="fr-FR" sz="2500" kern="1200" dirty="0" err="1"/>
            <a:t>measurement</a:t>
          </a:r>
          <a:r>
            <a:rPr lang="fr-FR" sz="2500" kern="1200" dirty="0"/>
            <a:t>.</a:t>
          </a:r>
        </a:p>
      </dsp:txBody>
      <dsp:txXfrm>
        <a:off x="584942" y="2946945"/>
        <a:ext cx="9195036" cy="841984"/>
      </dsp:txXfrm>
    </dsp:sp>
    <dsp:sp modelId="{96F8165D-1831-4262-9E29-F5BAEF4ACA9C}">
      <dsp:nvSpPr>
        <dsp:cNvPr id="0" name=""/>
        <dsp:cNvSpPr/>
      </dsp:nvSpPr>
      <dsp:spPr>
        <a:xfrm>
          <a:off x="58702" y="2841697"/>
          <a:ext cx="1052480" cy="1052480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cycle6">
  <dgm:title val=""/>
  <dgm:desc val=""/>
  <dgm:catLst>
    <dgm:cat type="cycle" pri="4000"/>
    <dgm:cat type="relationship" pri="2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ycle">
    <dgm:varLst>
      <dgm:dir/>
      <dgm:resizeHandles val="exact"/>
    </dgm:varLst>
    <dgm:choose name="Name0">
      <dgm:if name="Name1" func="var" arg="dir" op="equ" val="norm">
        <dgm:choose name="Name2">
          <dgm:if name="Name3" axis="ch" ptType="node" func="cnt" op="gt" val="2">
            <dgm:alg type="cycle">
              <dgm:param type="stAng" val="0"/>
              <dgm:param type="spanAng" val="360"/>
            </dgm:alg>
          </dgm:if>
          <dgm:else name="Name4">
            <dgm:alg type="cycle">
              <dgm:param type="stAng" val="-90"/>
              <dgm:param type="spanAng" val="360"/>
            </dgm:alg>
          </dgm:else>
        </dgm:choose>
      </dgm:if>
      <dgm:else name="Name5">
        <dgm:choose name="Name6">
          <dgm:if name="Name7" axis="ch" ptType="node" func="cnt" op="gt" val="2">
            <dgm:alg type="cycle">
              <dgm:param type="stAng" val="0"/>
              <dgm:param type="spanAng" val="-360"/>
            </dgm:alg>
          </dgm:if>
          <dgm:else name="Name8">
            <dgm:alg type="cycle">
              <dgm:param type="stAng" val="90"/>
              <dgm:param type="spanAng" val="-360"/>
            </dgm:alg>
          </dgm:else>
        </dgm:choose>
      </dgm:else>
    </dgm:choose>
    <dgm:shape xmlns:r="http://schemas.openxmlformats.org/officeDocument/2006/relationships" r:blip="">
      <dgm:adjLst/>
    </dgm:shape>
    <dgm:presOf/>
    <dgm:choose name="Name9">
      <dgm:if name="Name10" func="var" arg="dir" op="equ" val="norm">
        <dgm:constrLst>
          <dgm:constr type="w" for="ch" forName="node" refType="w"/>
          <dgm:constr type="w" for="ch" ptType="sibTrans" refType="w" refFor="ch" refForName="node" op="equ" fact="0.3"/>
          <dgm:constr type="diam" for="ch" ptType="sibTrans" refType="diam" op="equ"/>
          <dgm:constr type="sibSp" refType="w" refFor="ch" refForName="node" op="equ" fact="0.15"/>
          <dgm:constr type="w" for="ch" forName="spNode" refType="sibSp" fact="1.6"/>
          <dgm:constr type="primFontSz" for="ch" forName="node" op="equ" val="65"/>
        </dgm:constrLst>
      </dgm:if>
      <dgm:else name="Name11">
        <dgm:constrLst>
          <dgm:constr type="w" for="ch" forName="node" refType="w"/>
          <dgm:constr type="w" for="ch" ptType="sibTrans" refType="w" refFor="ch" refForName="node" op="equ" fact="0.3"/>
          <dgm:constr type="diam" for="ch" ptType="sibTrans" refType="diam" op="equ" fact="-1"/>
          <dgm:constr type="sibSp" refType="w" refFor="ch" refForName="node" op="equ" fact="0.15"/>
          <dgm:constr type="w" for="ch" forName="spNode" refType="sibSp" fact="1.6"/>
          <dgm:constr type="primFontSz" for="ch" forName="node" op="equ" val="65"/>
        </dgm:constrLst>
      </dgm:else>
    </dgm:choose>
    <dgm:ruleLst/>
    <dgm:forEach name="Name12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/>
        </dgm:shape>
        <dgm:presOf axis="desOrSelf" ptType="node"/>
        <dgm:constrLst>
          <dgm:constr type="h" refType="w" fact="0.65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5" fact="NaN" max="NaN"/>
        </dgm:ruleLst>
      </dgm:layoutNode>
      <dgm:choose name="Name13">
        <dgm:if name="Name14" axis="par ch" ptType="doc node" func="cnt" op="gt" val="1">
          <dgm:layoutNode name="spNode">
            <dgm:alg type="sp"/>
            <dgm:shape xmlns:r="http://schemas.openxmlformats.org/officeDocument/2006/relationships" r:blip="">
              <dgm:adjLst/>
            </dgm:shape>
            <dgm:presOf/>
            <dgm:constrLst>
              <dgm:constr type="h" refType="w"/>
            </dgm:constrLst>
            <dgm:ruleLst/>
          </dgm:layoutNode>
          <dgm:forEach name="Name15" axis="followSib" ptType="sibTrans" hideLastTrans="0" cnt="1">
            <dgm:layoutNode name="sibTrans">
              <dgm:alg type="conn">
                <dgm:param type="dim" val="1D"/>
                <dgm:param type="connRout" val="curve"/>
                <dgm:param type="begPts" val="radial"/>
                <dgm:param type="endPts" val="radial"/>
                <dgm:param type="endSty" val="noArr"/>
              </dgm:alg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h" refType="w" fact="0.65"/>
                <dgm:constr type="connDist"/>
                <dgm:constr type="begPad" refType="connDist" fact="0.01"/>
                <dgm:constr type="endPad" refType="connDist" fact="0.01"/>
              </dgm:constrLst>
              <dgm:ruleLst/>
            </dgm:layoutNode>
          </dgm:forEach>
        </dgm:if>
        <dgm:else name="Name16"/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hierarchy3">
  <dgm:title val=""/>
  <dgm:desc val=""/>
  <dgm:catLst>
    <dgm:cat type="hierarchy" pri="7000"/>
    <dgm:cat type="list" pri="23000"/>
    <dgm:cat type="relationship" pri="15000"/>
    <dgm:cat type="convert" pri="7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</dgm:ptLst>
      <dgm:cxnLst>
        <dgm:cxn modelId="4" srcId="0" destId="1" srcOrd="0" destOrd="0"/>
        <dgm:cxn modelId="5" srcId="1" destId="11" srcOrd="0" destOrd="0"/>
        <dgm:cxn modelId="6" srcId="1" destId="12" srcOrd="1" destOrd="0"/>
        <dgm:cxn modelId="7" srcId="0" destId="2" srcOrd="1" destOrd="0"/>
        <dgm:cxn modelId="8" srcId="2" destId="21" srcOrd="0" destOrd="0"/>
        <dgm:cxn modelId="9" srcId="2" destId="2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diagram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forName="rootText" op="equ" val="65"/>
      <dgm:constr type="primFontSz" for="des" forName="childText" op="equ" val="65"/>
      <dgm:constr type="w" for="des" forName="rootComposite" refType="w"/>
      <dgm:constr type="h" for="des" forName="rootComposite" refType="w" fact="0.5"/>
      <dgm:constr type="w" for="des" forName="childText" refType="w" refFor="des" refForName="rootComposite" fact="0.8"/>
      <dgm:constr type="h" for="des" forName="childText" refType="h" refFor="des" refForName="rootComposite"/>
      <dgm:constr type="sibSp" refType="w" refFor="des" refForName="rootComposite" fact="0.25"/>
      <dgm:constr type="sibSp" for="des" forName="childShape" refType="h" refFor="des" refForName="childText" fact="0.25"/>
      <dgm:constr type="sp" for="des" forName="root" refType="h" refFor="des" refForName="childText" fact="0.25"/>
    </dgm:constrLst>
    <dgm:ruleLst/>
    <dgm:forEach name="Name3" axis="ch">
      <dgm:forEach name="Name4" axis="self" ptType="node" cnt="1">
        <dgm:layoutNode name="root">
          <dgm:choose name="Name5">
            <dgm:if name="Name6" func="var" arg="dir" op="equ" val="norm">
              <dgm:alg type="hierRoot">
                <dgm:param type="hierAlign" val="tL"/>
              </dgm:alg>
            </dgm:if>
            <dgm:else name="Name7">
              <dgm:alg type="hierRoot">
                <dgm:param type="hierAlign" val="tR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>
            <dgm:constr type="alignOff" val="0.2"/>
          </dgm:constrLst>
          <dgm:ruleLst/>
          <dgm:layoutNode name="rootComposite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8">
              <dgm:if name="Name9" func="var" arg="dir" op="equ" val="norm">
                <dgm:constrLst>
                  <dgm:constr type="l" for="ch" forName="rootText"/>
                  <dgm:constr type="t" for="ch" forName="rootText"/>
                  <dgm:constr type="w" for="ch" forName="rootText" refType="w"/>
                  <dgm:constr type="h" for="ch" forName="rootText" refType="h"/>
                  <dgm:constr type="l" for="ch" forName="rootConnector"/>
                  <dgm:constr type="t" for="ch" forName="rootConnector"/>
                  <dgm:constr type="w" for="ch" forName="rootConnector" refType="w" refFor="ch" refForName="rootText" fact="0.2"/>
                  <dgm:constr type="h" for="ch" forName="rootConnector" refType="h" refFor="ch" refForName="rootText"/>
                </dgm:constrLst>
              </dgm:if>
              <dgm:else name="Name10">
                <dgm:constrLst>
                  <dgm:constr type="l" for="ch" forName="rootText"/>
                  <dgm:constr type="t" for="ch" forName="rootText"/>
                  <dgm:constr type="w" for="ch" forName="rootText" refType="w"/>
                  <dgm:constr type="h" for="ch" forName="rootText" refType="h"/>
                  <dgm:constr type="r" for="ch" forName="rootConnector" refType="w"/>
                  <dgm:constr type="t" for="ch" forName="rootConnector"/>
                  <dgm:constr type="w" for="ch" forName="rootConnector" refType="w" refFor="ch" refForName="rootText" fact="0.2"/>
                  <dgm:constr type="h" for="ch" forName="rootConnector" refType="h" refFor="ch" refForName="rootText"/>
                </dgm:constrLst>
              </dgm:else>
            </dgm:choose>
            <dgm:ruleLst/>
            <dgm:layoutNode name="rootText" styleLbl="node1"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 ptType="node" cnt="1"/>
              <dgm:constrLst>
                <dgm:constr type="tMarg" refType="primFontSz" fact="0.1"/>
                <dgm:constr type="bMarg" refType="primFontSz" fact="0.1"/>
                <dgm:constr type="lMarg" refType="primFontSz" fact="0.15"/>
                <dgm:constr type="rMarg" refType="primFontSz" fact="0.15"/>
              </dgm:constrLst>
              <dgm:ruleLst>
                <dgm:rule type="primFontSz" val="5" fact="NaN" max="NaN"/>
              </dgm:ruleLst>
            </dgm:layoutNode>
            <dgm:layoutNode name="rootConnector" moveWith="rootText">
              <dgm:alg type="sp"/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self" ptType="node" cnt="1"/>
              <dgm:constrLst/>
              <dgm:ruleLst/>
            </dgm:layoutNode>
          </dgm:layoutNode>
          <dgm:layoutNode name="childShape">
            <dgm:alg type="hierChild">
              <dgm:param type="chAlign" val="l"/>
              <dgm:param type="linDir" val="fromT"/>
            </dgm:alg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11" axis="ch">
              <dgm:forEach name="Name12" axis="self" ptType="parTrans" cnt="1">
                <dgm:layoutNode name="Name13">
                  <dgm:choose name="Name14">
                    <dgm:if name="Name15" func="var" arg="dir" op="equ" val="norm">
                      <dgm:alg type="conn">
                        <dgm:param type="dim" val="1D"/>
                        <dgm:param type="endSty" val="noArr"/>
                        <dgm:param type="connRout" val="bend"/>
                        <dgm:param type="srcNode" val="rootConnector"/>
                        <dgm:param type="begPts" val="bCtr"/>
                        <dgm:param type="endPts" val="midL"/>
                      </dgm:alg>
                    </dgm:if>
                    <dgm:else name="Name16">
                      <dgm:alg type="conn">
                        <dgm:param type="dim" val="1D"/>
                        <dgm:param type="endSty" val="noArr"/>
                        <dgm:param type="connRout" val="bend"/>
                        <dgm:param type="srcNode" val="rootConnector"/>
                        <dgm:param type="begPts" val="bCtr"/>
                        <dgm:param type="endPts" val="midR"/>
                      </dgm:alg>
                    </dgm:else>
                  </dgm:choose>
                  <dgm:shape xmlns:r="http://schemas.openxmlformats.org/officeDocument/2006/relationships" type="conn" r:blip="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7" axis="self" ptType="node">
                <dgm:layoutNode name="childText" styleLbl="bgAcc1">
                  <dgm:varLst>
                    <dgm:bulletEnabled val="1"/>
                  </dgm:varLst>
                  <dgm:alg type="tx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self desOrSelf" ptType="node node" st="1 1" cnt="1 0"/>
                  <dgm:constrLst>
                    <dgm:constr type="tMarg" refType="primFontSz" fact="0.1"/>
                    <dgm:constr type="bMarg" refType="primFontSz" fact="0.1"/>
                    <dgm:constr type="lMarg" refType="primFontSz" fact="0.15"/>
                    <dgm:constr type="rMarg" refType="primFontSz" fact="0.15"/>
                  </dgm:constrLst>
                  <dgm:ruleLst>
                    <dgm:rule type="primFontSz" val="5" fact="NaN" max="NaN"/>
                  </dgm:ruleLst>
                </dgm:layoutNode>
              </dgm:forEach>
            </dgm:forEach>
          </dgm:layoutNode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hList7">
  <dgm:title val=""/>
  <dgm:desc val=""/>
  <dgm:catLst>
    <dgm:cat type="list" pri="12000"/>
    <dgm:cat type="process" pri="20000"/>
    <dgm:cat type="relationship" pri="14000"/>
    <dgm:cat type="convert" pri="8000"/>
    <dgm:cat type="picture" pri="25000"/>
    <dgm:cat type="pictureconvert" pri="2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alg type="composite"/>
    <dgm:shape xmlns:r="http://schemas.openxmlformats.org/officeDocument/2006/relationships" r:blip="">
      <dgm:adjLst/>
    </dgm:shape>
    <dgm:presOf/>
    <dgm:constrLst>
      <dgm:constr type="w" for="ch" forName="fgShape" refType="w" fact="0.92"/>
      <dgm:constr type="h" for="ch" forName="fgShape" refType="h" fact="0.15"/>
      <dgm:constr type="b" for="ch" forName="fgShape" refType="h" fact="0.95"/>
      <dgm:constr type="ctrX" for="ch" forName="fgShape" refType="w" fact="0.5"/>
      <dgm:constr type="w" for="ch" forName="linComp" refType="w"/>
      <dgm:constr type="h" for="ch" forName="linComp" refType="h"/>
      <dgm:constr type="ctrX" for="ch" forName="linComp" refType="w" fact="0.5"/>
    </dgm:constrLst>
    <dgm:ruleLst/>
    <dgm:layoutNode name="fgShape" styleLbl="fgShp">
      <dgm:alg type="sp"/>
      <dgm:shape xmlns:r="http://schemas.openxmlformats.org/officeDocument/2006/relationships" type="leftRightArrow" r:blip="" zOrderOff="99999">
        <dgm:adjLst/>
      </dgm:shape>
      <dgm:presOf/>
      <dgm:constrLst/>
      <dgm:ruleLst/>
    </dgm:layoutNode>
    <dgm:layoutNode name="linComp">
      <dgm:choose name="Name1">
        <dgm:if name="Name2" func="var" arg="dir" op="equ" val="norm">
          <dgm:alg type="lin"/>
        </dgm:if>
        <dgm:else name="Name3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h"/>
        <dgm:constr type="w" for="ch" ptType="sibTrans" refType="w" refFor="ch" refForName="compNode" fact="0.03"/>
        <dgm:constr type="primFontSz" for="des" ptType="node" op="equ" val="65"/>
      </dgm:constrLst>
      <dgm:ruleLst/>
      <dgm:forEach name="nodesForEach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/>
          <dgm:constrLst>
            <dgm:constr type="w" for="ch" forName="bkgdShape" refType="w"/>
            <dgm:constr type="h" for="ch" forName="bkgdShape" refType="h"/>
            <dgm:constr type="w" for="ch" forName="nodeTx" refType="w"/>
            <dgm:constr type="h" for="ch" forName="nodeTx" refType="h" fact="0.4"/>
            <dgm:constr type="b" for="ch" forName="nodeTx" refType="h" fact="0.8"/>
            <dgm:constr type="w" for="ch" forName="invisiNode" refType="w" fact="0.01"/>
            <dgm:constr type="h" for="ch" forName="invisiNode" refType="h" fact="0.06"/>
            <dgm:constr type="t" for="ch" forName="invisiNode"/>
            <dgm:constr type="ctrX" for="ch" forName="invisiNode" refType="w" fact="0.5"/>
            <dgm:constr type="h" for="ch" forName="imagNode" refType="h" fact="0.333"/>
            <dgm:constr type="w" for="ch" forName="imagNode" refType="h" refFor="ch" refForName="imagNode"/>
            <dgm:constr type="ctrX" for="ch" forName="imagNode" refType="w" fact="0.5"/>
            <dgm:constr type="t" for="ch" forName="imagNode" refType="h" fact="0.06"/>
            <dgm:constr type="w" for="ch" forName="imagNode" refType="w" op="lte" fact="0.94"/>
          </dgm:constrLst>
          <dgm:ruleLst/>
          <dgm:layoutNode name="bkgdShape">
            <dgm:alg type="sp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desOrSelf" ptType="node"/>
            <dgm:constrLst/>
            <dgm:ruleLst/>
          </dgm:layoutNode>
          <dgm:layoutNode name="nodeTx">
            <dgm:varLst>
              <dgm:bulletEnabled val="1"/>
            </dgm:varLst>
            <dgm:alg type="tx">
              <dgm:param type="txAnchorVert" val="mid"/>
              <dgm:param type="txAnchorHorzCh" val="ctr"/>
              <dgm:param type="stBulletLvl" val="2"/>
            </dgm:alg>
            <dgm:shape xmlns:r="http://schemas.openxmlformats.org/officeDocument/2006/relationships" type="rect" r:blip="" hideGeom="1">
              <dgm:adjLst/>
            </dgm:shape>
            <dgm:presOf axis="desOrSelf" ptType="node"/>
            <dgm:constrLst/>
            <dgm:ruleLst>
              <dgm:rule type="primFontSz" val="5" fact="NaN" max="NaN"/>
            </dgm:ruleLst>
          </dgm:layoutNode>
          <dgm:layoutNode name="invisiNode">
            <dgm:alg type="sp"/>
            <dgm:shape xmlns:r="http://schemas.openxmlformats.org/officeDocument/2006/relationships" type="roundRect" r:blip="" hideGeom="1">
              <dgm:adjLst>
                <dgm:adj idx="1" val="0.1"/>
              </dgm:adjLst>
            </dgm:shape>
            <dgm:presOf/>
            <dgm:constrLst/>
            <dgm:ruleLst/>
          </dgm:layoutNode>
          <dgm:layoutNode name="imagNode" styleLbl="fgImgPlace1">
            <dgm:alg type="sp"/>
            <dgm:shape xmlns:r="http://schemas.openxmlformats.org/officeDocument/2006/relationships" type="ellipse" r:blip="" blipPhldr="1">
              <dgm:adjLst/>
            </dgm:shape>
            <dgm:presOf/>
            <dgm:constrLst/>
            <dgm:ruleLst/>
          </dgm:layoutNode>
        </dgm:layoutNode>
        <dgm:forEach name="sibTransForEach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8/layout/VerticalCurvedList">
  <dgm:title val=""/>
  <dgm:desc val=""/>
  <dgm:catLst>
    <dgm:cat type="list" pri="2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7"/>
      <dgm:chPref val="7"/>
      <dgm:dir/>
    </dgm:varLst>
    <dgm:alg type="composite"/>
    <dgm:shape xmlns:r="http://schemas.openxmlformats.org/officeDocument/2006/relationships" r:blip="">
      <dgm:adjLst/>
    </dgm:shape>
    <dgm:constrLst>
      <dgm:constr type="w" for="ch" refType="h" refFor="ch" op="gte" fact="0.8"/>
    </dgm:constrLst>
    <dgm:layoutNode name="Name1">
      <dgm:alg type="composite"/>
      <dgm:shape xmlns:r="http://schemas.openxmlformats.org/officeDocument/2006/relationships" r:blip="">
        <dgm:adjLst/>
      </dgm:shape>
      <dgm:choose name="Name2">
        <dgm:if name="Name3" func="var" arg="dir" op="equ" val="norm">
          <dgm:choose name="Name4">
            <dgm:if name="Name5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h" fact="0.225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primFontSz" for="ch" ptType="node" op="equ" val="65"/>
              </dgm:constrLst>
            </dgm:if>
            <dgm:if name="Name6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h" fact="0.1891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h" fact="0.1891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primFontSz" for="ch" ptType="node" op="equ" val="65"/>
              </dgm:constrLst>
            </dgm:if>
            <dgm:if name="Name7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h" fact="0.1526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h" fact="0.2253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h" fact="0.1526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primFontSz" for="ch" ptType="node" op="equ" val="65"/>
              </dgm:constrLst>
            </dgm:if>
            <dgm:if name="Name8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h" fact="0.1268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h" fact="0.215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h" fact="0.21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h" fact="0.126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primFontSz" for="ch" ptType="node" op="equ" val="65"/>
              </dgm:constrLst>
            </dgm:if>
            <dgm:if name="Name9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h" fact="0.1082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h" fact="0.197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h" fact="0.2253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h" fact="0.197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h" fact="0.1082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primFontSz" for="ch" ptType="node" op="equ" val="65"/>
              </dgm:constrLst>
            </dgm:if>
            <dgm:if name="Name10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h" fact="0.094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h" fact="0.1809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h" fact="0.220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h" fact="0.2205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h" fact="0.18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h" fact="0.0943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primFontSz" for="ch" ptType="node" op="equ" val="65"/>
              </dgm:constrLst>
            </dgm:if>
            <dgm:else name="Name1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h" fact="0.0835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h" fact="0.165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h" fact="0.2109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h" fact="0.2253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h" fact="0.21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h" fact="0.1658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h" fact="0.0835"/>
                <dgm:constr type="l" for="ch" forName="text_7" refType="ctrX" refFor="ch" refForName="accent_7"/>
                <dgm:constr type="r" for="ch" forName="text_7" refType="w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lMarg" for="ch" forName="text_7" refType="w" refFor="ch" refForName="accent_7" fact="1.8"/>
                <dgm:constr type="primFontSz" for="ch" ptType="node" op="equ" val="65"/>
              </dgm:constrLst>
            </dgm:else>
          </dgm:choose>
        </dgm:if>
        <dgm:else name="Name12">
          <dgm:choose name="Name13">
            <dgm:if name="Name14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w"/>
                <dgm:constr type="ctrXOff" for="ch" forName="accent_1" refType="h" fact="-0.225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primFontSz" for="ch" ptType="node" op="equ" val="65"/>
              </dgm:constrLst>
            </dgm:if>
            <dgm:if name="Name15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w"/>
                <dgm:constr type="ctrXOff" for="ch" forName="accent_1" refType="h" fact="-0.1891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w"/>
                <dgm:constr type="ctrXOff" for="ch" forName="accent_2" refType="h" fact="-0.1891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primFontSz" for="ch" ptType="node" op="equ" val="65"/>
              </dgm:constrLst>
            </dgm:if>
            <dgm:if name="Name16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w"/>
                <dgm:constr type="ctrXOff" for="ch" forName="accent_1" refType="h" fact="-0.1526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w"/>
                <dgm:constr type="ctrXOff" for="ch" forName="accent_2" refType="h" fact="-0.2253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w"/>
                <dgm:constr type="ctrXOff" for="ch" forName="accent_3" refType="h" fact="-0.1526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primFontSz" for="ch" ptType="node" op="equ" val="65"/>
              </dgm:constrLst>
            </dgm:if>
            <dgm:if name="Name17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w"/>
                <dgm:constr type="ctrXOff" for="ch" forName="accent_1" refType="h" fact="-0.1268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w"/>
                <dgm:constr type="ctrXOff" for="ch" forName="accent_2" refType="h" fact="-0.215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w"/>
                <dgm:constr type="ctrXOff" for="ch" forName="accent_3" refType="h" fact="-0.21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w"/>
                <dgm:constr type="ctrXOff" for="ch" forName="accent_4" refType="h" fact="-0.126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primFontSz" for="ch" ptType="node" op="equ" val="65"/>
              </dgm:constrLst>
            </dgm:if>
            <dgm:if name="Name18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w"/>
                <dgm:constr type="ctrXOff" for="ch" forName="accent_1" refType="h" fact="-0.1082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w"/>
                <dgm:constr type="ctrXOff" for="ch" forName="accent_2" refType="h" fact="-0.197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w"/>
                <dgm:constr type="ctrXOff" for="ch" forName="accent_3" refType="h" fact="-0.2253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w"/>
                <dgm:constr type="ctrXOff" for="ch" forName="accent_4" refType="h" fact="-0.197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w"/>
                <dgm:constr type="ctrXOff" for="ch" forName="accent_5" refType="h" fact="-0.1082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primFontSz" for="ch" ptType="node" op="equ" val="65"/>
              </dgm:constrLst>
            </dgm:if>
            <dgm:if name="Name19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w"/>
                <dgm:constr type="ctrXOff" for="ch" forName="accent_1" refType="h" fact="-0.094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w"/>
                <dgm:constr type="ctrXOff" for="ch" forName="accent_2" refType="h" fact="-0.1809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w"/>
                <dgm:constr type="ctrXOff" for="ch" forName="accent_3" refType="h" fact="-0.220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w"/>
                <dgm:constr type="ctrXOff" for="ch" forName="accent_4" refType="h" fact="-0.2205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w"/>
                <dgm:constr type="ctrXOff" for="ch" forName="accent_5" refType="h" fact="-0.18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w"/>
                <dgm:constr type="ctrXOff" for="ch" forName="accent_6" refType="h" fact="-0.0943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primFontSz" for="ch" ptType="node" op="equ" val="65"/>
              </dgm:constrLst>
            </dgm:if>
            <dgm:else name="Name20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w"/>
                <dgm:constr type="ctrXOff" for="ch" forName="accent_1" refType="h" fact="-0.0835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w"/>
                <dgm:constr type="ctrXOff" for="ch" forName="accent_2" refType="h" fact="-0.165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w"/>
                <dgm:constr type="ctrXOff" for="ch" forName="accent_3" refType="h" fact="-0.2109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w"/>
                <dgm:constr type="ctrXOff" for="ch" forName="accent_4" refType="h" fact="-0.2253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w"/>
                <dgm:constr type="ctrXOff" for="ch" forName="accent_5" refType="h" fact="-0.21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w"/>
                <dgm:constr type="ctrXOff" for="ch" forName="accent_6" refType="h" fact="-0.1658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w"/>
                <dgm:constr type="ctrXOff" for="ch" forName="accent_7" refType="h" fact="-0.0835"/>
                <dgm:constr type="r" for="ch" forName="text_7" refType="ctrX" refFor="ch" refForName="accent_7"/>
                <dgm:constr type="rOff" for="ch" forName="text_7" refType="ctrXOff" refFor="ch" refForName="accent_7"/>
                <dgm:constr type="l" for="ch" forName="text_7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rMarg" for="ch" forName="text_7" refType="w" refFor="ch" refForName="accent_7" fact="1.8"/>
                <dgm:constr type="primFontSz" for="ch" ptType="node" op="equ" val="65"/>
              </dgm:constrLst>
            </dgm:else>
          </dgm:choose>
        </dgm:else>
      </dgm:choose>
      <dgm:layoutNode name="cycle">
        <dgm:choose name="Name21">
          <dgm:if name="Name22" func="var" arg="dir" op="equ" val="norm">
            <dgm:alg type="cycle">
              <dgm:param type="stAng" val="45"/>
              <dgm:param type="spanAng" val="90"/>
            </dgm:alg>
          </dgm:if>
          <dgm:else name="Name23">
            <dgm:alg type="cycle">
              <dgm:param type="stAng" val="225"/>
              <dgm:param type="spanAng" val="90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val="1"/>
          <dgm:constr type="h" for="ch" val="1"/>
          <dgm:constr type="diam" for="ch" forName="conn" refType="diam"/>
        </dgm:constrLst>
        <dgm:layoutNode name="src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conn" styleLbl="parChTrans1D2">
          <dgm:alg type="conn">
            <dgm:param type="connRout" val="curve"/>
            <dgm:param type="srcNode" val="srcNode"/>
            <dgm:param type="dstNode" val="dstNode"/>
            <dgm:param type="begPts" val="ctr"/>
            <dgm:param type="endPts" val="ctr"/>
            <dgm:param type="endSty" val="noArr"/>
          </dgm:alg>
          <dgm:shape xmlns:r="http://schemas.openxmlformats.org/officeDocument/2006/relationships" type="conn" r:blip="">
            <dgm:adjLst/>
          </dgm:shape>
          <dgm:presOf axis="desOrSelf" ptType="sibTrans" hideLastTrans="0" st="0" cnt="1"/>
          <dgm:constrLst>
            <dgm:constr type="begPad"/>
            <dgm:constr type="endPad"/>
          </dgm:constrLst>
        </dgm:layoutNode>
        <dgm:layoutNode name="extra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dstNode">
          <dgm:alg type="sp"/>
          <dgm:shape xmlns:r="http://schemas.openxmlformats.org/officeDocument/2006/relationships" type="rect" r:blip="" hideGeom="1">
            <dgm:adjLst/>
          </dgm:shape>
          <dgm:presOf/>
        </dgm:layoutNode>
      </dgm:layoutNode>
      <dgm:forEach name="wrapper" axis="self" ptType="parTrans">
        <dgm:forEach name="wrapper2" axis="self" ptType="sibTrans" st="2">
          <dgm:forEach name="accentRepeat" axis="self">
            <dgm:layoutNode name="accentRepeatNode" styleLbl="solidFgAcc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</dgm:forEach>
        </dgm:forEach>
      </dgm:forEach>
      <dgm:forEach name="Name24" axis="ch" ptType="node" cnt="1">
        <dgm:layoutNode name="text_1" styleLbl="node1">
          <dgm:varLst>
            <dgm:bulletEnabled val="1"/>
          </dgm:varLst>
          <dgm:choose name="Name25">
            <dgm:if name="Name2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2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1">
          <dgm:alg type="sp"/>
          <dgm:shape xmlns:r="http://schemas.openxmlformats.org/officeDocument/2006/relationships" r:blip="">
            <dgm:adjLst/>
          </dgm:shape>
          <dgm:presOf/>
          <dgm:constrLst/>
          <dgm:forEach name="Name28" ref="accentRepeat"/>
        </dgm:layoutNode>
      </dgm:forEach>
      <dgm:forEach name="Name29" axis="ch" ptType="node" st="2" cnt="1">
        <dgm:layoutNode name="text_2" styleLbl="node1">
          <dgm:varLst>
            <dgm:bulletEnabled val="1"/>
          </dgm:varLst>
          <dgm:choose name="Name30">
            <dgm:if name="Name3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2">
          <dgm:alg type="sp"/>
          <dgm:shape xmlns:r="http://schemas.openxmlformats.org/officeDocument/2006/relationships" r:blip="">
            <dgm:adjLst/>
          </dgm:shape>
          <dgm:presOf/>
          <dgm:constrLst/>
          <dgm:forEach name="Name33" ref="accentRepeat"/>
        </dgm:layoutNode>
      </dgm:forEach>
      <dgm:forEach name="Name34" axis="ch" ptType="node" st="3" cnt="1">
        <dgm:layoutNode name="text_3" styleLbl="node1">
          <dgm:varLst>
            <dgm:bulletEnabled val="1"/>
          </dgm:varLst>
          <dgm:choose name="Name35">
            <dgm:if name="Name3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3">
          <dgm:alg type="sp"/>
          <dgm:shape xmlns:r="http://schemas.openxmlformats.org/officeDocument/2006/relationships" r:blip="">
            <dgm:adjLst/>
          </dgm:shape>
          <dgm:presOf/>
          <dgm:constrLst/>
          <dgm:forEach name="Name38" ref="accentRepeat"/>
        </dgm:layoutNode>
      </dgm:forEach>
      <dgm:forEach name="Name39" axis="ch" ptType="node" st="4" cnt="1">
        <dgm:layoutNode name="text_4" styleLbl="node1">
          <dgm:varLst>
            <dgm:bulletEnabled val="1"/>
          </dgm:varLst>
          <dgm:choose name="Name40">
            <dgm:if name="Name4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4">
          <dgm:alg type="sp"/>
          <dgm:shape xmlns:r="http://schemas.openxmlformats.org/officeDocument/2006/relationships" r:blip="">
            <dgm:adjLst/>
          </dgm:shape>
          <dgm:presOf/>
          <dgm:constrLst/>
          <dgm:forEach name="Name43" ref="accentRepeat"/>
        </dgm:layoutNode>
      </dgm:forEach>
      <dgm:forEach name="Name44" axis="ch" ptType="node" st="5" cnt="1">
        <dgm:layoutNode name="text_5" styleLbl="node1">
          <dgm:varLst>
            <dgm:bulletEnabled val="1"/>
          </dgm:varLst>
          <dgm:choose name="Name45">
            <dgm:if name="Name4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5">
          <dgm:alg type="sp"/>
          <dgm:shape xmlns:r="http://schemas.openxmlformats.org/officeDocument/2006/relationships" r:blip="">
            <dgm:adjLst/>
          </dgm:shape>
          <dgm:presOf/>
          <dgm:constrLst/>
          <dgm:forEach name="Name48" ref="accentRepeat"/>
        </dgm:layoutNode>
      </dgm:forEach>
      <dgm:forEach name="Name49" axis="ch" ptType="node" st="6" cnt="1">
        <dgm:layoutNode name="text_6" styleLbl="node1">
          <dgm:varLst>
            <dgm:bulletEnabled val="1"/>
          </dgm:varLst>
          <dgm:choose name="Name50">
            <dgm:if name="Name5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6">
          <dgm:alg type="sp"/>
          <dgm:shape xmlns:r="http://schemas.openxmlformats.org/officeDocument/2006/relationships" r:blip="">
            <dgm:adjLst/>
          </dgm:shape>
          <dgm:presOf/>
          <dgm:constrLst/>
          <dgm:forEach name="Name53" ref="accentRepeat"/>
        </dgm:layoutNode>
      </dgm:forEach>
      <dgm:forEach name="Name54" axis="ch" ptType="node" st="7" cnt="1">
        <dgm:layoutNode name="text_7" styleLbl="node1">
          <dgm:varLst>
            <dgm:bulletEnabled val="1"/>
          </dgm:varLst>
          <dgm:choose name="Name55">
            <dgm:if name="Name5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7">
          <dgm:alg type="sp"/>
          <dgm:shape xmlns:r="http://schemas.openxmlformats.org/officeDocument/2006/relationships" r:blip="">
            <dgm:adjLst/>
          </dgm:shape>
          <dgm:presOf/>
          <dgm:constrLst/>
          <dgm:forEach name="Name58" ref="accentRepeat"/>
        </dgm:layoutNode>
      </dgm:forEach>
    </dgm:layoutNod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#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t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revTxLt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>
        <a:schemeClr val="lt1"/>
      </a:fontRef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#2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t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revTxLt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>
        <a:schemeClr val="lt1"/>
      </a:fontRef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#3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t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revTxLt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>
        <a:schemeClr val="lt1"/>
      </a:fontRef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#4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t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revTxLt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>
        <a:schemeClr val="lt1"/>
      </a:fontRef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#5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t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revTxLt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>
        <a:schemeClr val="lt1"/>
      </a:fontRef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#6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t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revTxLt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>
        <a:schemeClr val="lt1"/>
      </a:fontRef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#7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t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revTxLt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>
        <a:schemeClr val="lt1"/>
      </a:fontRef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D7755EF-62CB-4383-B07D-65F28F709470}" type="datetimeFigureOut">
              <a:rPr lang="fr-FR" smtClean="0"/>
              <a:t>14/09/2026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D152B03-CFEC-411A-B251-B875C755CB1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673350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kmamine/MODG" TargetMode="External"/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D152B03-CFEC-411A-B251-B875C755CB16}" type="slidenum">
              <a:rPr lang="fr-FR" smtClean="0"/>
              <a:t>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4834252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1" dirty="0">
                <a:solidFill>
                  <a:srgbClr val="EE0000"/>
                </a:solidFill>
              </a:rPr>
              <a:t>Do </a:t>
            </a:r>
            <a:r>
              <a:rPr lang="fr-FR" sz="1200" b="1" dirty="0" err="1">
                <a:solidFill>
                  <a:srgbClr val="EE0000"/>
                </a:solidFill>
              </a:rPr>
              <a:t>MLLMs</a:t>
            </a:r>
            <a:r>
              <a:rPr lang="fr-FR" sz="1200" b="1" dirty="0">
                <a:solidFill>
                  <a:srgbClr val="EE0000"/>
                </a:solidFill>
              </a:rPr>
              <a:t> </a:t>
            </a:r>
            <a:r>
              <a:rPr lang="fr-FR" sz="1200" b="1" dirty="0" err="1">
                <a:solidFill>
                  <a:srgbClr val="EE0000"/>
                </a:solidFill>
              </a:rPr>
              <a:t>search</a:t>
            </a:r>
            <a:r>
              <a:rPr lang="fr-FR" sz="1200" b="1" dirty="0">
                <a:solidFill>
                  <a:srgbClr val="EE0000"/>
                </a:solidFill>
              </a:rPr>
              <a:t> the </a:t>
            </a:r>
            <a:r>
              <a:rPr lang="fr-FR" sz="1200" b="1" dirty="0" err="1">
                <a:solidFill>
                  <a:srgbClr val="EE0000"/>
                </a:solidFill>
              </a:rPr>
              <a:t>way</a:t>
            </a:r>
            <a:r>
              <a:rPr lang="fr-FR" sz="1200" b="1" dirty="0">
                <a:solidFill>
                  <a:srgbClr val="EE0000"/>
                </a:solidFill>
              </a:rPr>
              <a:t> </a:t>
            </a:r>
            <a:r>
              <a:rPr lang="fr-FR" sz="1200" b="1" dirty="0" err="1">
                <a:solidFill>
                  <a:srgbClr val="EE0000"/>
                </a:solidFill>
              </a:rPr>
              <a:t>humans</a:t>
            </a:r>
            <a:r>
              <a:rPr lang="fr-FR" sz="1200" b="1" dirty="0">
                <a:solidFill>
                  <a:srgbClr val="EE0000"/>
                </a:solidFill>
              </a:rPr>
              <a:t> do</a:t>
            </a:r>
            <a:r>
              <a:rPr lang="fr-FR" sz="1200" dirty="0">
                <a:solidFill>
                  <a:srgbClr val="EE0000"/>
                </a:solidFill>
              </a:rPr>
              <a:t>?</a:t>
            </a:r>
          </a:p>
          <a:p>
            <a:pPr lvl="0"/>
            <a:r>
              <a:rPr lang="fr-FR" dirty="0"/>
              <a:t>- **</a:t>
            </a:r>
            <a:r>
              <a:rPr lang="fr-FR" dirty="0" err="1"/>
              <a:t>Decision</a:t>
            </a:r>
            <a:r>
              <a:rPr lang="fr-FR" dirty="0"/>
              <a:t>** — Is the </a:t>
            </a:r>
            <a:r>
              <a:rPr lang="fr-FR" dirty="0" err="1"/>
              <a:t>model's</a:t>
            </a:r>
            <a:r>
              <a:rPr lang="fr-FR" dirty="0"/>
              <a:t> </a:t>
            </a:r>
            <a:r>
              <a:rPr lang="fr-FR" dirty="0" err="1"/>
              <a:t>present</a:t>
            </a:r>
            <a:r>
              <a:rPr lang="fr-FR" dirty="0"/>
              <a:t>/absent </a:t>
            </a:r>
            <a:r>
              <a:rPr lang="fr-FR" dirty="0" err="1"/>
              <a:t>judgment</a:t>
            </a:r>
            <a:r>
              <a:rPr lang="fr-FR" dirty="0"/>
              <a:t> as </a:t>
            </a:r>
            <a:r>
              <a:rPr lang="fr-FR" dirty="0" err="1"/>
              <a:t>accurate</a:t>
            </a:r>
            <a:r>
              <a:rPr lang="fr-FR" dirty="0"/>
              <a:t> as a </a:t>
            </a:r>
            <a:r>
              <a:rPr lang="fr-FR" dirty="0" err="1"/>
              <a:t>human's</a:t>
            </a:r>
            <a:r>
              <a:rPr lang="fr-FR" dirty="0"/>
              <a:t>?</a:t>
            </a:r>
          </a:p>
          <a:p>
            <a:pPr lvl="0"/>
            <a:r>
              <a:rPr lang="fr-FR" dirty="0"/>
              <a:t>- **Finding** — Does the </a:t>
            </a:r>
            <a:r>
              <a:rPr lang="fr-FR" dirty="0" err="1"/>
              <a:t>model's</a:t>
            </a:r>
            <a:r>
              <a:rPr lang="fr-FR" dirty="0"/>
              <a:t> gaze </a:t>
            </a:r>
            <a:r>
              <a:rPr lang="fr-FR" dirty="0" err="1"/>
              <a:t>reach</a:t>
            </a:r>
            <a:r>
              <a:rPr lang="fr-FR" dirty="0"/>
              <a:t> the </a:t>
            </a:r>
            <a:r>
              <a:rPr lang="fr-FR" dirty="0" err="1"/>
              <a:t>target</a:t>
            </a:r>
            <a:r>
              <a:rPr lang="fr-FR" dirty="0"/>
              <a:t> as </a:t>
            </a:r>
            <a:r>
              <a:rPr lang="fr-FR" dirty="0" err="1"/>
              <a:t>efficiently</a:t>
            </a:r>
            <a:r>
              <a:rPr lang="fr-FR" dirty="0"/>
              <a:t> as a </a:t>
            </a:r>
            <a:r>
              <a:rPr lang="fr-FR" dirty="0" err="1"/>
              <a:t>human's</a:t>
            </a:r>
            <a:r>
              <a:rPr lang="fr-FR" dirty="0"/>
              <a:t>?</a:t>
            </a:r>
          </a:p>
          <a:p>
            <a:pPr lvl="0"/>
            <a:r>
              <a:rPr lang="fr-FR" dirty="0"/>
              <a:t>- **Gaze process** — Do the </a:t>
            </a:r>
            <a:r>
              <a:rPr lang="fr-FR" dirty="0" err="1"/>
              <a:t>model's</a:t>
            </a:r>
            <a:r>
              <a:rPr lang="fr-FR" dirty="0"/>
              <a:t> </a:t>
            </a:r>
            <a:r>
              <a:rPr lang="fr-FR" dirty="0" err="1"/>
              <a:t>eye-movement</a:t>
            </a:r>
            <a:r>
              <a:rPr lang="fr-FR" dirty="0"/>
              <a:t> *</a:t>
            </a:r>
            <a:r>
              <a:rPr lang="fr-FR" dirty="0" err="1"/>
              <a:t>dynamics</a:t>
            </a:r>
            <a:r>
              <a:rPr lang="fr-FR" dirty="0"/>
              <a:t>* (</a:t>
            </a:r>
            <a:r>
              <a:rPr lang="fr-FR" dirty="0" err="1"/>
              <a:t>order</a:t>
            </a:r>
            <a:r>
              <a:rPr lang="fr-FR" dirty="0"/>
              <a:t>, amplitude, </a:t>
            </a:r>
            <a:r>
              <a:rPr lang="fr-FR" dirty="0" err="1"/>
              <a:t>entropy</a:t>
            </a:r>
            <a:r>
              <a:rPr lang="fr-FR" dirty="0"/>
              <a:t>, </a:t>
            </a:r>
            <a:r>
              <a:rPr lang="fr-FR" dirty="0" err="1"/>
              <a:t>consistency</a:t>
            </a:r>
            <a:r>
              <a:rPr lang="fr-FR" dirty="0"/>
              <a:t>) </a:t>
            </a:r>
            <a:r>
              <a:rPr lang="fr-FR" dirty="0" err="1"/>
              <a:t>resemble</a:t>
            </a:r>
            <a:r>
              <a:rPr lang="fr-FR" dirty="0"/>
              <a:t> a </a:t>
            </a:r>
            <a:r>
              <a:rPr lang="fr-FR" dirty="0" err="1"/>
              <a:t>human's</a:t>
            </a:r>
            <a:r>
              <a:rPr lang="fr-FR" dirty="0"/>
              <a:t>, </a:t>
            </a:r>
            <a:r>
              <a:rPr lang="fr-FR" dirty="0" err="1"/>
              <a:t>independent</a:t>
            </a:r>
            <a:r>
              <a:rPr lang="fr-FR" dirty="0"/>
              <a:t> of </a:t>
            </a:r>
            <a:r>
              <a:rPr lang="fr-FR" dirty="0" err="1"/>
              <a:t>outcome</a:t>
            </a:r>
            <a:r>
              <a:rPr lang="fr-FR" dirty="0"/>
              <a:t>?</a:t>
            </a:r>
          </a:p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D152B03-CFEC-411A-B251-B875C755CB16}" type="slidenum">
              <a:rPr lang="fr-FR" smtClean="0"/>
              <a:t>5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5410894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The divergence </a:t>
            </a:r>
            <a:r>
              <a:rPr lang="fr-FR" dirty="0" err="1"/>
              <a:t>isn't</a:t>
            </a:r>
            <a:r>
              <a:rPr lang="fr-FR" dirty="0"/>
              <a:t> </a:t>
            </a:r>
            <a:r>
              <a:rPr lang="fr-FR" dirty="0" err="1"/>
              <a:t>caused</a:t>
            </a:r>
            <a:r>
              <a:rPr lang="fr-FR" dirty="0"/>
              <a:t> by </a:t>
            </a:r>
            <a:r>
              <a:rPr lang="fr-FR" dirty="0" err="1"/>
              <a:t>acuity</a:t>
            </a:r>
            <a:r>
              <a:rPr lang="fr-FR" dirty="0"/>
              <a:t> </a:t>
            </a:r>
            <a:r>
              <a:rPr lang="fr-FR" dirty="0" err="1"/>
              <a:t>mismatch</a:t>
            </a:r>
            <a:r>
              <a:rPr lang="fr-FR" dirty="0"/>
              <a:t> </a:t>
            </a:r>
            <a:r>
              <a:rPr lang="fr-FR" dirty="0" err="1"/>
              <a:t>it</a:t>
            </a:r>
            <a:r>
              <a:rPr lang="fr-FR" dirty="0"/>
              <a:t> </a:t>
            </a:r>
            <a:r>
              <a:rPr lang="fr-FR" dirty="0" err="1"/>
              <a:t>persists</a:t>
            </a:r>
            <a:r>
              <a:rPr lang="fr-FR" dirty="0"/>
              <a:t> </a:t>
            </a:r>
            <a:r>
              <a:rPr lang="fr-FR" dirty="0" err="1"/>
              <a:t>even</a:t>
            </a:r>
            <a:r>
              <a:rPr lang="fr-FR" dirty="0"/>
              <a:t> </a:t>
            </a:r>
            <a:r>
              <a:rPr lang="fr-FR" dirty="0" err="1"/>
              <a:t>when</a:t>
            </a:r>
            <a:r>
              <a:rPr lang="fr-FR" dirty="0"/>
              <a:t> </a:t>
            </a:r>
            <a:r>
              <a:rPr lang="fr-FR" dirty="0" err="1"/>
              <a:t>acuity</a:t>
            </a:r>
            <a:r>
              <a:rPr lang="fr-FR" dirty="0"/>
              <a:t> </a:t>
            </a:r>
            <a:r>
              <a:rPr lang="fr-FR" dirty="0" err="1"/>
              <a:t>is</a:t>
            </a:r>
            <a:r>
              <a:rPr lang="fr-FR" dirty="0"/>
              <a:t> </a:t>
            </a:r>
            <a:r>
              <a:rPr lang="fr-FR" dirty="0" err="1"/>
              <a:t>exactly</a:t>
            </a:r>
            <a:r>
              <a:rPr lang="fr-FR" dirty="0"/>
              <a:t> </a:t>
            </a:r>
            <a:r>
              <a:rPr lang="fr-FR" dirty="0" err="1"/>
              <a:t>matched</a:t>
            </a:r>
            <a:r>
              <a:rPr lang="fr-FR" dirty="0"/>
              <a:t>, and no </a:t>
            </a:r>
            <a:r>
              <a:rPr lang="fr-FR" dirty="0" err="1"/>
              <a:t>amount</a:t>
            </a:r>
            <a:r>
              <a:rPr lang="fr-FR" dirty="0"/>
              <a:t> of </a:t>
            </a:r>
            <a:r>
              <a:rPr lang="fr-FR" dirty="0" err="1"/>
              <a:t>degradation</a:t>
            </a:r>
            <a:r>
              <a:rPr lang="fr-FR" dirty="0"/>
              <a:t> </a:t>
            </a:r>
            <a:r>
              <a:rPr lang="fr-FR" dirty="0" err="1"/>
              <a:t>recovers</a:t>
            </a:r>
            <a:r>
              <a:rPr lang="fr-FR" dirty="0"/>
              <a:t> a </a:t>
            </a:r>
            <a:r>
              <a:rPr lang="fr-FR" dirty="0" err="1"/>
              <a:t>human</a:t>
            </a:r>
            <a:r>
              <a:rPr lang="fr-FR" dirty="0"/>
              <a:t>-like *process*. This points to an **architectural** </a:t>
            </a:r>
            <a:r>
              <a:rPr lang="fr-FR" dirty="0" err="1"/>
              <a:t>explanation</a:t>
            </a:r>
            <a:r>
              <a:rPr lang="fr-FR" dirty="0"/>
              <a:t>: single-</a:t>
            </a:r>
            <a:r>
              <a:rPr lang="fr-FR" dirty="0" err="1"/>
              <a:t>pass</a:t>
            </a:r>
            <a:r>
              <a:rPr lang="fr-FR" dirty="0"/>
              <a:t>, non-serial </a:t>
            </a:r>
            <a:r>
              <a:rPr lang="fr-FR" dirty="0" err="1"/>
              <a:t>processing</a:t>
            </a:r>
            <a:r>
              <a:rPr lang="fr-FR" dirty="0"/>
              <a:t> </a:t>
            </a:r>
            <a:r>
              <a:rPr lang="fr-FR" dirty="0" err="1"/>
              <a:t>rather</a:t>
            </a:r>
            <a:r>
              <a:rPr lang="fr-FR" dirty="0"/>
              <a:t> </a:t>
            </a:r>
            <a:r>
              <a:rPr lang="fr-FR" dirty="0" err="1"/>
              <a:t>than</a:t>
            </a:r>
            <a:r>
              <a:rPr lang="fr-FR" dirty="0"/>
              <a:t> a serial, fixation-by-fixation </a:t>
            </a:r>
            <a:r>
              <a:rPr lang="fr-FR" dirty="0" err="1"/>
              <a:t>searcher</a:t>
            </a:r>
            <a:r>
              <a:rPr lang="fr-FR" dirty="0"/>
              <a:t>.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D152B03-CFEC-411A-B251-B875C755CB16}" type="slidenum">
              <a:rPr lang="fr-FR" smtClean="0"/>
              <a:t>32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5927187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235E91-1DB7-CF43-05F3-85CD7EBAB8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C0D93710-CA87-1244-23A0-00ED071B011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3C4E05FE-DEC7-353D-F1A9-852586E8357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The divergence </a:t>
            </a:r>
            <a:r>
              <a:rPr lang="fr-FR" dirty="0" err="1"/>
              <a:t>isn't</a:t>
            </a:r>
            <a:r>
              <a:rPr lang="fr-FR" dirty="0"/>
              <a:t> </a:t>
            </a:r>
            <a:r>
              <a:rPr lang="fr-FR" dirty="0" err="1"/>
              <a:t>caused</a:t>
            </a:r>
            <a:r>
              <a:rPr lang="fr-FR" dirty="0"/>
              <a:t> by </a:t>
            </a:r>
            <a:r>
              <a:rPr lang="fr-FR" dirty="0" err="1"/>
              <a:t>acuity</a:t>
            </a:r>
            <a:r>
              <a:rPr lang="fr-FR" dirty="0"/>
              <a:t> </a:t>
            </a:r>
            <a:r>
              <a:rPr lang="fr-FR" dirty="0" err="1"/>
              <a:t>mismatch</a:t>
            </a:r>
            <a:r>
              <a:rPr lang="fr-FR" dirty="0"/>
              <a:t> </a:t>
            </a:r>
            <a:r>
              <a:rPr lang="fr-FR" dirty="0" err="1"/>
              <a:t>it</a:t>
            </a:r>
            <a:r>
              <a:rPr lang="fr-FR" dirty="0"/>
              <a:t> </a:t>
            </a:r>
            <a:r>
              <a:rPr lang="fr-FR" dirty="0" err="1"/>
              <a:t>persists</a:t>
            </a:r>
            <a:r>
              <a:rPr lang="fr-FR" dirty="0"/>
              <a:t> </a:t>
            </a:r>
            <a:r>
              <a:rPr lang="fr-FR" dirty="0" err="1"/>
              <a:t>even</a:t>
            </a:r>
            <a:r>
              <a:rPr lang="fr-FR" dirty="0"/>
              <a:t> </a:t>
            </a:r>
            <a:r>
              <a:rPr lang="fr-FR" dirty="0" err="1"/>
              <a:t>when</a:t>
            </a:r>
            <a:r>
              <a:rPr lang="fr-FR" dirty="0"/>
              <a:t> </a:t>
            </a:r>
            <a:r>
              <a:rPr lang="fr-FR" dirty="0" err="1"/>
              <a:t>acuity</a:t>
            </a:r>
            <a:r>
              <a:rPr lang="fr-FR" dirty="0"/>
              <a:t> </a:t>
            </a:r>
            <a:r>
              <a:rPr lang="fr-FR" dirty="0" err="1"/>
              <a:t>is</a:t>
            </a:r>
            <a:r>
              <a:rPr lang="fr-FR" dirty="0"/>
              <a:t> </a:t>
            </a:r>
            <a:r>
              <a:rPr lang="fr-FR" dirty="0" err="1"/>
              <a:t>exactly</a:t>
            </a:r>
            <a:r>
              <a:rPr lang="fr-FR" dirty="0"/>
              <a:t> </a:t>
            </a:r>
            <a:r>
              <a:rPr lang="fr-FR" dirty="0" err="1"/>
              <a:t>matched</a:t>
            </a:r>
            <a:r>
              <a:rPr lang="fr-FR" dirty="0"/>
              <a:t>, and no </a:t>
            </a:r>
            <a:r>
              <a:rPr lang="fr-FR" dirty="0" err="1"/>
              <a:t>amount</a:t>
            </a:r>
            <a:r>
              <a:rPr lang="fr-FR" dirty="0"/>
              <a:t> of </a:t>
            </a:r>
            <a:r>
              <a:rPr lang="fr-FR" dirty="0" err="1"/>
              <a:t>degradation</a:t>
            </a:r>
            <a:r>
              <a:rPr lang="fr-FR" dirty="0"/>
              <a:t> </a:t>
            </a:r>
            <a:r>
              <a:rPr lang="fr-FR" dirty="0" err="1"/>
              <a:t>recovers</a:t>
            </a:r>
            <a:r>
              <a:rPr lang="fr-FR" dirty="0"/>
              <a:t> a </a:t>
            </a:r>
            <a:r>
              <a:rPr lang="fr-FR" dirty="0" err="1"/>
              <a:t>human</a:t>
            </a:r>
            <a:r>
              <a:rPr lang="fr-FR" dirty="0"/>
              <a:t>-like *process*. This points to an **architectural** </a:t>
            </a:r>
            <a:r>
              <a:rPr lang="fr-FR" dirty="0" err="1"/>
              <a:t>explanation</a:t>
            </a:r>
            <a:r>
              <a:rPr lang="fr-FR" dirty="0"/>
              <a:t>: single-</a:t>
            </a:r>
            <a:r>
              <a:rPr lang="fr-FR" dirty="0" err="1"/>
              <a:t>pass</a:t>
            </a:r>
            <a:r>
              <a:rPr lang="fr-FR" dirty="0"/>
              <a:t>, non-serial </a:t>
            </a:r>
            <a:r>
              <a:rPr lang="fr-FR" dirty="0" err="1"/>
              <a:t>processing</a:t>
            </a:r>
            <a:r>
              <a:rPr lang="fr-FR" dirty="0"/>
              <a:t> </a:t>
            </a:r>
            <a:r>
              <a:rPr lang="fr-FR" dirty="0" err="1"/>
              <a:t>rather</a:t>
            </a:r>
            <a:r>
              <a:rPr lang="fr-FR" dirty="0"/>
              <a:t> </a:t>
            </a:r>
            <a:r>
              <a:rPr lang="fr-FR" dirty="0" err="1"/>
              <a:t>than</a:t>
            </a:r>
            <a:r>
              <a:rPr lang="fr-FR" dirty="0"/>
              <a:t> a serial, fixation-by-fixation </a:t>
            </a:r>
            <a:r>
              <a:rPr lang="fr-FR" dirty="0" err="1"/>
              <a:t>searcher</a:t>
            </a:r>
            <a:r>
              <a:rPr lang="fr-FR" dirty="0"/>
              <a:t>.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07CD3E3E-2D9D-3683-8C64-517A7F3D2D1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D152B03-CFEC-411A-B251-B875C755CB16}" type="slidenum">
              <a:rPr lang="fr-FR" smtClean="0"/>
              <a:t>33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4282896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AA5C8F-F733-62CD-DFF7-E1F0FAA7C4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2D6FE9D4-C3B9-84C2-780D-F283E83A5A1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41C2F7A6-BE7B-2DCA-976B-FC686DBBBF5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Under </a:t>
            </a:r>
            <a:r>
              <a:rPr lang="fr-FR" dirty="0" err="1"/>
              <a:t>vanishing</a:t>
            </a:r>
            <a:r>
              <a:rPr lang="fr-FR" dirty="0"/>
              <a:t> </a:t>
            </a:r>
            <a:r>
              <a:rPr lang="fr-FR" dirty="0" err="1"/>
              <a:t>evidence</a:t>
            </a:r>
            <a:r>
              <a:rPr lang="fr-FR" dirty="0"/>
              <a:t>, </a:t>
            </a:r>
            <a:r>
              <a:rPr lang="fr-FR" dirty="0" err="1"/>
              <a:t>models</a:t>
            </a:r>
            <a:r>
              <a:rPr lang="fr-FR" dirty="0"/>
              <a:t> </a:t>
            </a:r>
            <a:r>
              <a:rPr lang="fr-FR" dirty="0" err="1"/>
              <a:t>don't</a:t>
            </a:r>
            <a:r>
              <a:rPr lang="fr-FR" dirty="0"/>
              <a:t> </a:t>
            </a:r>
            <a:r>
              <a:rPr lang="fr-FR" dirty="0" err="1"/>
              <a:t>lengthen</a:t>
            </a:r>
            <a:r>
              <a:rPr lang="fr-FR" dirty="0"/>
              <a:t> </a:t>
            </a:r>
            <a:r>
              <a:rPr lang="fr-FR" dirty="0" err="1"/>
              <a:t>search</a:t>
            </a:r>
            <a:r>
              <a:rPr lang="fr-FR" dirty="0"/>
              <a:t> </a:t>
            </a:r>
            <a:r>
              <a:rPr lang="fr-FR" dirty="0" err="1"/>
              <a:t>gracefully</a:t>
            </a:r>
            <a:r>
              <a:rPr lang="fr-FR" dirty="0"/>
              <a:t> like </a:t>
            </a:r>
            <a:r>
              <a:rPr lang="fr-FR" dirty="0" err="1"/>
              <a:t>humans</a:t>
            </a:r>
            <a:r>
              <a:rPr lang="fr-FR" dirty="0"/>
              <a:t>  </a:t>
            </a:r>
            <a:r>
              <a:rPr lang="fr-FR" dirty="0" err="1"/>
              <a:t>they</a:t>
            </a:r>
            <a:r>
              <a:rPr lang="fr-FR" dirty="0"/>
              <a:t> collapse </a:t>
            </a:r>
            <a:r>
              <a:rPr lang="fr-FR" dirty="0" err="1"/>
              <a:t>into</a:t>
            </a:r>
            <a:r>
              <a:rPr lang="fr-FR" dirty="0"/>
              <a:t> a default-</a:t>
            </a:r>
            <a:r>
              <a:rPr lang="fr-FR" dirty="0" err="1"/>
              <a:t>negative</a:t>
            </a:r>
            <a:r>
              <a:rPr lang="fr-FR" dirty="0"/>
              <a:t> </a:t>
            </a:r>
            <a:r>
              <a:rPr lang="fr-FR" dirty="0" err="1"/>
              <a:t>response</a:t>
            </a:r>
            <a:r>
              <a:rPr lang="fr-FR" dirty="0"/>
              <a:t>, a distinct **model-</a:t>
            </a:r>
            <a:r>
              <a:rPr lang="fr-FR" dirty="0" err="1"/>
              <a:t>internal</a:t>
            </a:r>
            <a:r>
              <a:rPr lang="fr-FR" dirty="0"/>
              <a:t> </a:t>
            </a:r>
            <a:r>
              <a:rPr lang="fr-FR" dirty="0" err="1"/>
              <a:t>failure</a:t>
            </a:r>
            <a:r>
              <a:rPr lang="fr-FR" dirty="0"/>
              <a:t> signature**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6A0B8731-26FA-2CBD-E17F-6D8EED79FCB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D152B03-CFEC-411A-B251-B875C755CB16}" type="slidenum">
              <a:rPr lang="fr-FR" smtClean="0"/>
              <a:t>34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0588334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8CC318-2273-C84F-728B-4B008FBA32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D3832062-9679-7079-63DF-1F2FF21E1A4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5BC540E4-2BBB-6A70-07B5-D63CBC30CD2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1" dirty="0">
                <a:solidFill>
                  <a:srgbClr val="EE0000"/>
                </a:solidFill>
              </a:rPr>
              <a:t>Do </a:t>
            </a:r>
            <a:r>
              <a:rPr lang="fr-FR" sz="1200" b="1" dirty="0" err="1">
                <a:solidFill>
                  <a:srgbClr val="EE0000"/>
                </a:solidFill>
              </a:rPr>
              <a:t>MLLMs</a:t>
            </a:r>
            <a:r>
              <a:rPr lang="fr-FR" sz="1200" b="1" dirty="0">
                <a:solidFill>
                  <a:srgbClr val="EE0000"/>
                </a:solidFill>
              </a:rPr>
              <a:t> </a:t>
            </a:r>
            <a:r>
              <a:rPr lang="fr-FR" sz="1200" b="1" dirty="0" err="1">
                <a:solidFill>
                  <a:srgbClr val="EE0000"/>
                </a:solidFill>
              </a:rPr>
              <a:t>search</a:t>
            </a:r>
            <a:r>
              <a:rPr lang="fr-FR" sz="1200" b="1" dirty="0">
                <a:solidFill>
                  <a:srgbClr val="EE0000"/>
                </a:solidFill>
              </a:rPr>
              <a:t> the </a:t>
            </a:r>
            <a:r>
              <a:rPr lang="fr-FR" sz="1200" b="1" dirty="0" err="1">
                <a:solidFill>
                  <a:srgbClr val="EE0000"/>
                </a:solidFill>
              </a:rPr>
              <a:t>way</a:t>
            </a:r>
            <a:r>
              <a:rPr lang="fr-FR" sz="1200" b="1" dirty="0">
                <a:solidFill>
                  <a:srgbClr val="EE0000"/>
                </a:solidFill>
              </a:rPr>
              <a:t> </a:t>
            </a:r>
            <a:r>
              <a:rPr lang="fr-FR" sz="1200" b="1" dirty="0" err="1">
                <a:solidFill>
                  <a:srgbClr val="EE0000"/>
                </a:solidFill>
              </a:rPr>
              <a:t>humans</a:t>
            </a:r>
            <a:r>
              <a:rPr lang="fr-FR" sz="1200" b="1" dirty="0">
                <a:solidFill>
                  <a:srgbClr val="EE0000"/>
                </a:solidFill>
              </a:rPr>
              <a:t> do</a:t>
            </a:r>
            <a:r>
              <a:rPr lang="fr-FR" sz="1200" dirty="0">
                <a:solidFill>
                  <a:srgbClr val="EE0000"/>
                </a:solidFill>
              </a:rPr>
              <a:t>?</a:t>
            </a:r>
          </a:p>
          <a:p>
            <a:pPr lvl="0"/>
            <a:r>
              <a:rPr lang="fr-FR" dirty="0"/>
              <a:t>- **</a:t>
            </a:r>
            <a:r>
              <a:rPr lang="fr-FR" dirty="0" err="1"/>
              <a:t>Decision</a:t>
            </a:r>
            <a:r>
              <a:rPr lang="fr-FR" dirty="0"/>
              <a:t>** — Is the </a:t>
            </a:r>
            <a:r>
              <a:rPr lang="fr-FR" dirty="0" err="1"/>
              <a:t>model's</a:t>
            </a:r>
            <a:r>
              <a:rPr lang="fr-FR" dirty="0"/>
              <a:t> </a:t>
            </a:r>
            <a:r>
              <a:rPr lang="fr-FR" dirty="0" err="1"/>
              <a:t>present</a:t>
            </a:r>
            <a:r>
              <a:rPr lang="fr-FR" dirty="0"/>
              <a:t>/absent </a:t>
            </a:r>
            <a:r>
              <a:rPr lang="fr-FR" dirty="0" err="1"/>
              <a:t>judgment</a:t>
            </a:r>
            <a:r>
              <a:rPr lang="fr-FR" dirty="0"/>
              <a:t> as </a:t>
            </a:r>
            <a:r>
              <a:rPr lang="fr-FR" dirty="0" err="1"/>
              <a:t>accurate</a:t>
            </a:r>
            <a:r>
              <a:rPr lang="fr-FR" dirty="0"/>
              <a:t> as a </a:t>
            </a:r>
            <a:r>
              <a:rPr lang="fr-FR" dirty="0" err="1"/>
              <a:t>human's</a:t>
            </a:r>
            <a:r>
              <a:rPr lang="fr-FR" dirty="0"/>
              <a:t>?</a:t>
            </a:r>
          </a:p>
          <a:p>
            <a:pPr lvl="0"/>
            <a:r>
              <a:rPr lang="fr-FR" dirty="0"/>
              <a:t>- **Finding** — Does the </a:t>
            </a:r>
            <a:r>
              <a:rPr lang="fr-FR" dirty="0" err="1"/>
              <a:t>model's</a:t>
            </a:r>
            <a:r>
              <a:rPr lang="fr-FR" dirty="0"/>
              <a:t> gaze </a:t>
            </a:r>
            <a:r>
              <a:rPr lang="fr-FR" dirty="0" err="1"/>
              <a:t>reach</a:t>
            </a:r>
            <a:r>
              <a:rPr lang="fr-FR" dirty="0"/>
              <a:t> the </a:t>
            </a:r>
            <a:r>
              <a:rPr lang="fr-FR" dirty="0" err="1"/>
              <a:t>target</a:t>
            </a:r>
            <a:r>
              <a:rPr lang="fr-FR" dirty="0"/>
              <a:t> as </a:t>
            </a:r>
            <a:r>
              <a:rPr lang="fr-FR" dirty="0" err="1"/>
              <a:t>efficiently</a:t>
            </a:r>
            <a:r>
              <a:rPr lang="fr-FR" dirty="0"/>
              <a:t> as a </a:t>
            </a:r>
            <a:r>
              <a:rPr lang="fr-FR" dirty="0" err="1"/>
              <a:t>human's</a:t>
            </a:r>
            <a:r>
              <a:rPr lang="fr-FR" dirty="0"/>
              <a:t>?</a:t>
            </a:r>
          </a:p>
          <a:p>
            <a:pPr lvl="0"/>
            <a:r>
              <a:rPr lang="fr-FR" dirty="0"/>
              <a:t>- **Gaze process** — Do the </a:t>
            </a:r>
            <a:r>
              <a:rPr lang="fr-FR" dirty="0" err="1"/>
              <a:t>model's</a:t>
            </a:r>
            <a:r>
              <a:rPr lang="fr-FR" dirty="0"/>
              <a:t> </a:t>
            </a:r>
            <a:r>
              <a:rPr lang="fr-FR" dirty="0" err="1"/>
              <a:t>eye-movement</a:t>
            </a:r>
            <a:r>
              <a:rPr lang="fr-FR" dirty="0"/>
              <a:t> *</a:t>
            </a:r>
            <a:r>
              <a:rPr lang="fr-FR" dirty="0" err="1"/>
              <a:t>dynamics</a:t>
            </a:r>
            <a:r>
              <a:rPr lang="fr-FR" dirty="0"/>
              <a:t>* (</a:t>
            </a:r>
            <a:r>
              <a:rPr lang="fr-FR" dirty="0" err="1"/>
              <a:t>order</a:t>
            </a:r>
            <a:r>
              <a:rPr lang="fr-FR" dirty="0"/>
              <a:t>, amplitude, </a:t>
            </a:r>
            <a:r>
              <a:rPr lang="fr-FR" dirty="0" err="1"/>
              <a:t>entropy</a:t>
            </a:r>
            <a:r>
              <a:rPr lang="fr-FR" dirty="0"/>
              <a:t>, </a:t>
            </a:r>
            <a:r>
              <a:rPr lang="fr-FR" dirty="0" err="1"/>
              <a:t>consistency</a:t>
            </a:r>
            <a:r>
              <a:rPr lang="fr-FR" dirty="0"/>
              <a:t>) </a:t>
            </a:r>
            <a:r>
              <a:rPr lang="fr-FR" dirty="0" err="1"/>
              <a:t>resemble</a:t>
            </a:r>
            <a:r>
              <a:rPr lang="fr-FR" dirty="0"/>
              <a:t> a </a:t>
            </a:r>
            <a:r>
              <a:rPr lang="fr-FR" dirty="0" err="1"/>
              <a:t>human's</a:t>
            </a:r>
            <a:r>
              <a:rPr lang="fr-FR" dirty="0"/>
              <a:t>, </a:t>
            </a:r>
            <a:r>
              <a:rPr lang="fr-FR" dirty="0" err="1"/>
              <a:t>independent</a:t>
            </a:r>
            <a:r>
              <a:rPr lang="fr-FR" dirty="0"/>
              <a:t> of </a:t>
            </a:r>
            <a:r>
              <a:rPr lang="fr-FR" dirty="0" err="1"/>
              <a:t>outcome</a:t>
            </a:r>
            <a:r>
              <a:rPr lang="fr-FR" dirty="0"/>
              <a:t>?</a:t>
            </a:r>
          </a:p>
          <a:p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28497B06-9C3A-65B6-878A-2935110889E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D152B03-CFEC-411A-B251-B875C755CB16}" type="slidenum">
              <a:rPr lang="fr-FR" smtClean="0"/>
              <a:t>35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91078729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6EA0EF-A2AD-BA4F-57ED-1CD7309F0E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8B6E82D8-37D0-BC49-2A72-2A3E899BB23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C0618E57-EF7E-F0D1-187D-406157EF810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The divergence </a:t>
            </a:r>
            <a:r>
              <a:rPr lang="fr-FR" dirty="0" err="1"/>
              <a:t>isn't</a:t>
            </a:r>
            <a:r>
              <a:rPr lang="fr-FR" dirty="0"/>
              <a:t> </a:t>
            </a:r>
            <a:r>
              <a:rPr lang="fr-FR" dirty="0" err="1"/>
              <a:t>caused</a:t>
            </a:r>
            <a:r>
              <a:rPr lang="fr-FR" dirty="0"/>
              <a:t> by </a:t>
            </a:r>
            <a:r>
              <a:rPr lang="fr-FR" dirty="0" err="1"/>
              <a:t>acuity</a:t>
            </a:r>
            <a:r>
              <a:rPr lang="fr-FR" dirty="0"/>
              <a:t> </a:t>
            </a:r>
            <a:r>
              <a:rPr lang="fr-FR" dirty="0" err="1"/>
              <a:t>mismatch</a:t>
            </a:r>
            <a:r>
              <a:rPr lang="fr-FR" dirty="0"/>
              <a:t> </a:t>
            </a:r>
            <a:r>
              <a:rPr lang="fr-FR" dirty="0" err="1"/>
              <a:t>it</a:t>
            </a:r>
            <a:r>
              <a:rPr lang="fr-FR" dirty="0"/>
              <a:t> </a:t>
            </a:r>
            <a:r>
              <a:rPr lang="fr-FR" dirty="0" err="1"/>
              <a:t>persists</a:t>
            </a:r>
            <a:r>
              <a:rPr lang="fr-FR" dirty="0"/>
              <a:t> </a:t>
            </a:r>
            <a:r>
              <a:rPr lang="fr-FR" dirty="0" err="1"/>
              <a:t>even</a:t>
            </a:r>
            <a:r>
              <a:rPr lang="fr-FR" dirty="0"/>
              <a:t> </a:t>
            </a:r>
            <a:r>
              <a:rPr lang="fr-FR" dirty="0" err="1"/>
              <a:t>when</a:t>
            </a:r>
            <a:r>
              <a:rPr lang="fr-FR" dirty="0"/>
              <a:t> </a:t>
            </a:r>
            <a:r>
              <a:rPr lang="fr-FR" dirty="0" err="1"/>
              <a:t>acuity</a:t>
            </a:r>
            <a:r>
              <a:rPr lang="fr-FR" dirty="0"/>
              <a:t> </a:t>
            </a:r>
            <a:r>
              <a:rPr lang="fr-FR" dirty="0" err="1"/>
              <a:t>is</a:t>
            </a:r>
            <a:r>
              <a:rPr lang="fr-FR" dirty="0"/>
              <a:t> </a:t>
            </a:r>
            <a:r>
              <a:rPr lang="fr-FR" dirty="0" err="1"/>
              <a:t>exactly</a:t>
            </a:r>
            <a:r>
              <a:rPr lang="fr-FR" dirty="0"/>
              <a:t> </a:t>
            </a:r>
            <a:r>
              <a:rPr lang="fr-FR" dirty="0" err="1"/>
              <a:t>matched</a:t>
            </a:r>
            <a:r>
              <a:rPr lang="fr-FR" dirty="0"/>
              <a:t>, and no </a:t>
            </a:r>
            <a:r>
              <a:rPr lang="fr-FR" dirty="0" err="1"/>
              <a:t>amount</a:t>
            </a:r>
            <a:r>
              <a:rPr lang="fr-FR" dirty="0"/>
              <a:t> of </a:t>
            </a:r>
            <a:r>
              <a:rPr lang="fr-FR" dirty="0" err="1"/>
              <a:t>degradation</a:t>
            </a:r>
            <a:r>
              <a:rPr lang="fr-FR" dirty="0"/>
              <a:t> </a:t>
            </a:r>
            <a:r>
              <a:rPr lang="fr-FR" dirty="0" err="1"/>
              <a:t>recovers</a:t>
            </a:r>
            <a:r>
              <a:rPr lang="fr-FR" dirty="0"/>
              <a:t> a </a:t>
            </a:r>
            <a:r>
              <a:rPr lang="fr-FR" dirty="0" err="1"/>
              <a:t>human</a:t>
            </a:r>
            <a:r>
              <a:rPr lang="fr-FR" dirty="0"/>
              <a:t>-like *process*. This points to an **architectural** </a:t>
            </a:r>
            <a:r>
              <a:rPr lang="fr-FR" dirty="0" err="1"/>
              <a:t>explanation</a:t>
            </a:r>
            <a:r>
              <a:rPr lang="fr-FR" dirty="0"/>
              <a:t>: single-</a:t>
            </a:r>
            <a:r>
              <a:rPr lang="fr-FR" dirty="0" err="1"/>
              <a:t>pass</a:t>
            </a:r>
            <a:r>
              <a:rPr lang="fr-FR" dirty="0"/>
              <a:t>, non-serial </a:t>
            </a:r>
            <a:r>
              <a:rPr lang="fr-FR" dirty="0" err="1"/>
              <a:t>processing</a:t>
            </a:r>
            <a:r>
              <a:rPr lang="fr-FR" dirty="0"/>
              <a:t> </a:t>
            </a:r>
            <a:r>
              <a:rPr lang="fr-FR" dirty="0" err="1"/>
              <a:t>rather</a:t>
            </a:r>
            <a:r>
              <a:rPr lang="fr-FR" dirty="0"/>
              <a:t> </a:t>
            </a:r>
            <a:r>
              <a:rPr lang="fr-FR" dirty="0" err="1"/>
              <a:t>than</a:t>
            </a:r>
            <a:r>
              <a:rPr lang="fr-FR" dirty="0"/>
              <a:t> a serial, fixation-by-fixation </a:t>
            </a:r>
            <a:r>
              <a:rPr lang="fr-FR" dirty="0" err="1"/>
              <a:t>searcher</a:t>
            </a:r>
            <a:r>
              <a:rPr lang="fr-FR" dirty="0"/>
              <a:t>.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17BDB1A6-5E99-5A3E-7773-67DCD2C19A6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D152B03-CFEC-411A-B251-B875C755CB16}" type="slidenum">
              <a:rPr lang="fr-FR" smtClean="0"/>
              <a:t>36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259143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noProof="0" dirty="0">
                <a:solidFill>
                  <a:srgbClr val="002060"/>
                </a:solidFill>
              </a:rPr>
              <a:t>Matched Outcomes, Divergent Gaze: How Foveated MLLMs Search Compared to Humans </a:t>
            </a:r>
            <a:r>
              <a:rPr lang="fr-FR" dirty="0" err="1">
                <a:hlinkClick r:id="rId3"/>
              </a:rPr>
              <a:t>kmamine</a:t>
            </a:r>
            <a:r>
              <a:rPr lang="fr-FR" dirty="0">
                <a:hlinkClick r:id="rId3"/>
              </a:rPr>
              <a:t>/MODG</a:t>
            </a:r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D152B03-CFEC-411A-B251-B875C755CB16}" type="slidenum">
              <a:rPr lang="fr-FR" smtClean="0"/>
              <a:t>38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94475661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1999133-9A5A-351E-BC74-27C77942B28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271EC08F-5971-5ACE-CAEA-9B44F9101DA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023FCA9A-E6FB-E80D-C17E-480408738D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F8C4D9-0E08-489F-BF7E-5D0ECBD88778}" type="datetimeFigureOut">
              <a:rPr lang="fr-FR" smtClean="0"/>
              <a:t>14/09/2026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A8DA193C-373A-E178-18AD-4FD8BF6D5D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BCD2D2B8-FECC-DC4F-63EC-8156590597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81DDA2-DE37-4473-A85C-01986EB6BFD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929263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333B02A-E9D2-B821-473F-A66A84D656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5615928B-D50F-6A13-5A51-8DB21A9B432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DBFCA87C-88AB-5119-953B-21D17F3BF3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F8C4D9-0E08-489F-BF7E-5D0ECBD88778}" type="datetimeFigureOut">
              <a:rPr lang="fr-FR" smtClean="0"/>
              <a:t>14/09/2026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4CF0899F-B684-BF8C-7CE3-3EC27E80A7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CC49D619-8DDB-4A02-1CBD-DBAEA344B8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81DDA2-DE37-4473-A85C-01986EB6BFD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998957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94C9AE9-295E-1A78-FF17-CF161DF439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1A5D0F4C-7E1A-CAB2-AAB8-0472CF33C80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7D5BD104-D93C-A172-3113-D815BFF7EB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F8C4D9-0E08-489F-BF7E-5D0ECBD88778}" type="datetimeFigureOut">
              <a:rPr lang="fr-FR" smtClean="0"/>
              <a:t>14/09/2026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A88C1131-F824-F566-2D0B-E9C925E0B9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CC4E06DA-3AFB-6C1A-4F55-0A8A232454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81DDA2-DE37-4473-A85C-01986EB6BFD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873648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23C0BAC-81EE-FD7A-5317-175F7E8E0E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54CF4CD4-DA90-8971-6863-6E5E148BC1F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FF8883A8-3010-0F1A-E314-E913FCC0921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72947876-62F6-8F25-6521-314E74BF12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F8C4D9-0E08-489F-BF7E-5D0ECBD88778}" type="datetimeFigureOut">
              <a:rPr lang="fr-FR" smtClean="0"/>
              <a:t>14/09/2026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9CE42307-416C-E34C-EFF3-433F40DAAF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8742128D-AE28-250F-1871-A4495BAFF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81DDA2-DE37-4473-A85C-01986EB6BFD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543540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A8BB697-F313-3F74-8F61-A1FB16E06E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51138E38-1678-B9DB-CC48-495780499F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7A4FDFBF-32FF-F597-3484-D3082D78C9E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4EA67FA0-2F81-F880-6CC9-D9EF288086C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4A9A88AC-B999-A331-9359-94E73DB4505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38BF88EB-5887-AA96-A896-BD5676966B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F8C4D9-0E08-489F-BF7E-5D0ECBD88778}" type="datetimeFigureOut">
              <a:rPr lang="fr-FR" smtClean="0"/>
              <a:t>14/09/2026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7C507D0D-CE26-8676-89C0-1C20C3CD18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C5268729-6C1D-2B9F-DF3B-80E28DD2D7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81DDA2-DE37-4473-A85C-01986EB6BFD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575539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2150039-F94D-8E37-FAA5-067FB521EC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A87CABD1-2962-31B7-7DB2-06D607D8A0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F8C4D9-0E08-489F-BF7E-5D0ECBD88778}" type="datetimeFigureOut">
              <a:rPr lang="fr-FR" smtClean="0"/>
              <a:t>14/09/2026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D5E767A7-6160-EEDC-D59A-E280B35328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26227125-B1D9-C434-9352-F8A83CF6A4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81DDA2-DE37-4473-A85C-01986EB6BFD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746838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2A93C0DF-7331-3BCE-3C45-21F1379BC8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F8C4D9-0E08-489F-BF7E-5D0ECBD88778}" type="datetimeFigureOut">
              <a:rPr lang="fr-FR" smtClean="0"/>
              <a:t>14/09/2026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69E46ABA-2B70-3D92-60BC-78077C22E4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C91E475B-D1A0-05A4-9310-84D20E58C8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81DDA2-DE37-4473-A85C-01986EB6BFD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769524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F0E1FE5-B2A2-77FA-D4AA-BEB6F8D4BA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C0DADFCE-D8BC-E3A8-45C8-9E5514E933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28D9E005-CDC5-E8BE-F03D-C0134C30A11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B8949907-3A15-21BD-606D-93CC25E990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F8C4D9-0E08-489F-BF7E-5D0ECBD88778}" type="datetimeFigureOut">
              <a:rPr lang="fr-FR" smtClean="0"/>
              <a:t>14/09/2026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6AC90879-53D2-252D-E9F5-E65095BD2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61010AAE-9412-9652-13CF-896DDF81F6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81DDA2-DE37-4473-A85C-01986EB6BFD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2549090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3E93DD1-D56A-31BE-80D7-1B0FD22817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E80E1595-E79B-3D41-15E6-1E7FA535791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D4A87E47-CECF-22D9-5F5C-AC32B173708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48A96542-9119-A6CF-7F08-98CA43F202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F8C4D9-0E08-489F-BF7E-5D0ECBD88778}" type="datetimeFigureOut">
              <a:rPr lang="fr-FR" smtClean="0"/>
              <a:t>14/09/2026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5C547FB8-8A8A-852A-3D35-CDDF67BDBB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513C1DA1-E4EF-5016-5AD6-3466DDDAAD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81DDA2-DE37-4473-A85C-01986EB6BFD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460899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B7875DE-D744-60FC-C778-0E8C73EE26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BD43C933-ED89-3F6C-C072-80FA544E2AF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40FBD66A-546C-4192-190E-1E19FD2C24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F8C4D9-0E08-489F-BF7E-5D0ECBD88778}" type="datetimeFigureOut">
              <a:rPr lang="fr-FR" smtClean="0"/>
              <a:t>14/09/2026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EFFE992C-B046-BEC6-2A01-AE00B51F23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91172290-AC7C-E8B9-6971-34E2A09D19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81DDA2-DE37-4473-A85C-01986EB6BFD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669264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F196DEF6-99A2-0451-F4AD-D551F95D927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AD070D01-3BB1-C0E6-625B-B3DDA3BCA06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255572D8-C038-4878-E116-97958300E5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F8C4D9-0E08-489F-BF7E-5D0ECBD88778}" type="datetimeFigureOut">
              <a:rPr lang="fr-FR" smtClean="0"/>
              <a:t>14/09/2026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6CC43E3E-2A2B-EFA4-2028-1B4ECD294E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41D94A55-A2F1-01DD-385E-083C5BEC17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81DDA2-DE37-4473-A85C-01986EB6BFD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823236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89793C69-2A76-B4C6-F145-E9CEF65D27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C0460999-AB60-912A-E4F2-A04703F93A6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B20E9C35-7479-0C50-1A1A-A796769A630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CF8C4D9-0E08-489F-BF7E-5D0ECBD88778}" type="datetimeFigureOut">
              <a:rPr lang="fr-FR" smtClean="0"/>
              <a:t>14/09/2026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D221F896-663D-8EF5-F692-3517723D30B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39452D2B-75DA-C0BE-7217-14D6ADC07E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981DDA2-DE37-4473-A85C-01986EB6BFD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646307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.xml"/><Relationship Id="rId13" Type="http://schemas.microsoft.com/office/2007/relationships/diagramDrawing" Target="../diagrams/drawing2.xml"/><Relationship Id="rId3" Type="http://schemas.openxmlformats.org/officeDocument/2006/relationships/image" Target="../media/image1.png"/><Relationship Id="rId7" Type="http://schemas.openxmlformats.org/officeDocument/2006/relationships/diagramColors" Target="../diagrams/colors1.xml"/><Relationship Id="rId12" Type="http://schemas.openxmlformats.org/officeDocument/2006/relationships/diagramColors" Target="../diagrams/colors2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diagramQuickStyle" Target="../diagrams/quickStyle1.xml"/><Relationship Id="rId11" Type="http://schemas.openxmlformats.org/officeDocument/2006/relationships/diagramQuickStyle" Target="../diagrams/quickStyle2.xml"/><Relationship Id="rId5" Type="http://schemas.openxmlformats.org/officeDocument/2006/relationships/diagramLayout" Target="../diagrams/layout1.xml"/><Relationship Id="rId10" Type="http://schemas.openxmlformats.org/officeDocument/2006/relationships/diagramLayout" Target="../diagrams/layout2.xml"/><Relationship Id="rId4" Type="http://schemas.openxmlformats.org/officeDocument/2006/relationships/diagramData" Target="../diagrams/data1.xml"/><Relationship Id="rId9" Type="http://schemas.openxmlformats.org/officeDocument/2006/relationships/diagramData" Target="../diagrams/data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8" Type="http://schemas.microsoft.com/office/2007/relationships/diagramDrawing" Target="../diagrams/drawing3.xml"/><Relationship Id="rId3" Type="http://schemas.openxmlformats.org/officeDocument/2006/relationships/image" Target="../media/image1.png"/><Relationship Id="rId7" Type="http://schemas.openxmlformats.org/officeDocument/2006/relationships/diagramColors" Target="../diagrams/colors3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diagramQuickStyle" Target="../diagrams/quickStyle3.xml"/><Relationship Id="rId5" Type="http://schemas.openxmlformats.org/officeDocument/2006/relationships/diagramLayout" Target="../diagrams/layout3.xml"/><Relationship Id="rId4" Type="http://schemas.openxmlformats.org/officeDocument/2006/relationships/diagramData" Target="../diagrams/data3.xml"/></Relationships>
</file>

<file path=ppt/slides/_rels/slide6.xml.rels><?xml version="1.0" encoding="UTF-8" standalone="yes"?>
<Relationships xmlns="http://schemas.openxmlformats.org/package/2006/relationships"><Relationship Id="rId8" Type="http://schemas.microsoft.com/office/2007/relationships/diagramDrawing" Target="../diagrams/drawing4.xml"/><Relationship Id="rId3" Type="http://schemas.openxmlformats.org/officeDocument/2006/relationships/image" Target="../media/image8.png"/><Relationship Id="rId7" Type="http://schemas.openxmlformats.org/officeDocument/2006/relationships/diagramColors" Target="../diagrams/colors4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diagramQuickStyle" Target="../diagrams/quickStyle4.xml"/><Relationship Id="rId5" Type="http://schemas.openxmlformats.org/officeDocument/2006/relationships/diagramLayout" Target="../diagrams/layout4.xml"/><Relationship Id="rId4" Type="http://schemas.openxmlformats.org/officeDocument/2006/relationships/diagramData" Target="../diagrams/data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5.xml"/><Relationship Id="rId7" Type="http://schemas.microsoft.com/office/2007/relationships/diagramDrawing" Target="../diagrams/drawing5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diagramColors" Target="../diagrams/colors5.xml"/><Relationship Id="rId5" Type="http://schemas.openxmlformats.org/officeDocument/2006/relationships/diagramQuickStyle" Target="../diagrams/quickStyle5.xml"/><Relationship Id="rId4" Type="http://schemas.openxmlformats.org/officeDocument/2006/relationships/diagramLayout" Target="../diagrams/layout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8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9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9.png"/></Relationships>
</file>

<file path=ppt/slides/_rels/slide35.xml.rels><?xml version="1.0" encoding="UTF-8" standalone="yes"?>
<Relationships xmlns="http://schemas.openxmlformats.org/package/2006/relationships"><Relationship Id="rId8" Type="http://schemas.microsoft.com/office/2007/relationships/diagramDrawing" Target="../diagrams/drawing6.xml"/><Relationship Id="rId3" Type="http://schemas.openxmlformats.org/officeDocument/2006/relationships/image" Target="../media/image1.png"/><Relationship Id="rId7" Type="http://schemas.openxmlformats.org/officeDocument/2006/relationships/diagramColors" Target="../diagrams/colors6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diagramQuickStyle" Target="../diagrams/quickStyle6.xml"/><Relationship Id="rId5" Type="http://schemas.openxmlformats.org/officeDocument/2006/relationships/diagramLayout" Target="../diagrams/layout6.xml"/><Relationship Id="rId4" Type="http://schemas.openxmlformats.org/officeDocument/2006/relationships/diagramData" Target="../diagrams/data6.xml"/></Relationships>
</file>

<file path=ppt/slides/_rels/slide36.xml.rels><?xml version="1.0" encoding="UTF-8" standalone="yes"?>
<Relationships xmlns="http://schemas.openxmlformats.org/package/2006/relationships"><Relationship Id="rId8" Type="http://schemas.microsoft.com/office/2007/relationships/diagramDrawing" Target="../diagrams/drawing7.xml"/><Relationship Id="rId3" Type="http://schemas.openxmlformats.org/officeDocument/2006/relationships/image" Target="../media/image1.png"/><Relationship Id="rId7" Type="http://schemas.openxmlformats.org/officeDocument/2006/relationships/diagramColors" Target="../diagrams/colors7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diagramQuickStyle" Target="../diagrams/quickStyle7.xml"/><Relationship Id="rId5" Type="http://schemas.openxmlformats.org/officeDocument/2006/relationships/diagramLayout" Target="../diagrams/layout7.xml"/><Relationship Id="rId4" Type="http://schemas.openxmlformats.org/officeDocument/2006/relationships/diagramData" Target="../diagrams/data7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FFEC260-16DD-0C4A-FCDC-C1F9C9711BD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617033"/>
            <a:ext cx="9144000" cy="2387600"/>
          </a:xfrm>
        </p:spPr>
        <p:txBody>
          <a:bodyPr>
            <a:noAutofit/>
          </a:bodyPr>
          <a:lstStyle/>
          <a:p>
            <a:r>
              <a:rPr lang="en-US" sz="4400" noProof="0" dirty="0">
                <a:solidFill>
                  <a:srgbClr val="002060"/>
                </a:solidFill>
              </a:rPr>
              <a:t>Matched Outcomes, Divergent Gaze: How Foveated MLLMs Search Compared to Humans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9A7650AD-95E8-67C6-65A7-950527F6201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096708"/>
            <a:ext cx="9144000" cy="1655762"/>
          </a:xfrm>
        </p:spPr>
        <p:txBody>
          <a:bodyPr>
            <a:normAutofit fontScale="77500" lnSpcReduction="20000"/>
          </a:bodyPr>
          <a:lstStyle/>
          <a:p>
            <a:r>
              <a:rPr lang="en-US" noProof="0" dirty="0">
                <a:solidFill>
                  <a:srgbClr val="00B050"/>
                </a:solidFill>
              </a:rPr>
              <a:t>MOHAMED AMINE KERKOURI, F-Initiatives/NeoPhi.ai, France </a:t>
            </a:r>
          </a:p>
          <a:p>
            <a:r>
              <a:rPr lang="en-US" noProof="0" dirty="0">
                <a:solidFill>
                  <a:srgbClr val="00B050"/>
                </a:solidFill>
              </a:rPr>
              <a:t>MAROUANE TLIBA, USPN, France </a:t>
            </a:r>
          </a:p>
          <a:p>
            <a:r>
              <a:rPr lang="en-US" noProof="0" dirty="0">
                <a:solidFill>
                  <a:srgbClr val="00B050"/>
                </a:solidFill>
              </a:rPr>
              <a:t>ALADINE CHETOUANI, USPN, France </a:t>
            </a:r>
          </a:p>
          <a:p>
            <a:r>
              <a:rPr lang="en-US" noProof="0" dirty="0">
                <a:solidFill>
                  <a:srgbClr val="00B050"/>
                </a:solidFill>
              </a:rPr>
              <a:t>ULAS BAGCI, Radiology, Northwestern University, United States </a:t>
            </a:r>
          </a:p>
          <a:p>
            <a:r>
              <a:rPr lang="en-US" noProof="0" dirty="0">
                <a:solidFill>
                  <a:srgbClr val="00B050"/>
                </a:solidFill>
              </a:rPr>
              <a:t>ALESSANDRO BRUNO, IULM, Italy </a:t>
            </a:r>
          </a:p>
        </p:txBody>
      </p:sp>
      <p:pic>
        <p:nvPicPr>
          <p:cNvPr id="4" name="Image 3" descr="F.INITIATIVES - Le Village by CA Aquitaine">
            <a:extLst>
              <a:ext uri="{FF2B5EF4-FFF2-40B4-BE49-F238E27FC236}">
                <a16:creationId xmlns:a16="http://schemas.microsoft.com/office/drawing/2014/main" id="{13B2E070-E3F2-B9A7-CC05-ACA60760AD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4689" y="82299"/>
            <a:ext cx="2353456" cy="1401715"/>
          </a:xfrm>
          <a:prstGeom prst="rect">
            <a:avLst/>
          </a:prstGeom>
        </p:spPr>
      </p:pic>
      <p:pic>
        <p:nvPicPr>
          <p:cNvPr id="5" name="Image 4" descr="L2TI – EUR">
            <a:extLst>
              <a:ext uri="{FF2B5EF4-FFF2-40B4-BE49-F238E27FC236}">
                <a16:creationId xmlns:a16="http://schemas.microsoft.com/office/drawing/2014/main" id="{FBA8B06B-EF13-F378-734A-DE9FFAA2EEA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875" y="82299"/>
            <a:ext cx="2171075" cy="1288171"/>
          </a:xfrm>
          <a:prstGeom prst="rect">
            <a:avLst/>
          </a:prstGeom>
        </p:spPr>
      </p:pic>
      <p:pic>
        <p:nvPicPr>
          <p:cNvPr id="8" name="Image 7" descr="Northwestern University - Wikipedia">
            <a:extLst>
              <a:ext uri="{FF2B5EF4-FFF2-40B4-BE49-F238E27FC236}">
                <a16:creationId xmlns:a16="http://schemas.microsoft.com/office/drawing/2014/main" id="{D1FD1469-C4BF-1C86-9D70-B5D4CB872F3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74996" y="56823"/>
            <a:ext cx="1339121" cy="1339121"/>
          </a:xfrm>
          <a:prstGeom prst="rect">
            <a:avLst/>
          </a:prstGeom>
        </p:spPr>
      </p:pic>
      <p:pic>
        <p:nvPicPr>
          <p:cNvPr id="13" name="Image 12" descr="The International University of Languages and Media (IULM): Programmes,  Admissions | educations.com">
            <a:extLst>
              <a:ext uri="{FF2B5EF4-FFF2-40B4-BE49-F238E27FC236}">
                <a16:creationId xmlns:a16="http://schemas.microsoft.com/office/drawing/2014/main" id="{7F2E224D-0FF0-E18E-B2CC-BDAC3D06E9C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37114" y="104479"/>
            <a:ext cx="2541705" cy="1207310"/>
          </a:xfrm>
          <a:prstGeom prst="rect">
            <a:avLst/>
          </a:prstGeom>
        </p:spPr>
      </p:pic>
      <p:pic>
        <p:nvPicPr>
          <p:cNvPr id="14" name="Image 13" descr="Accueil - Hub France IA">
            <a:extLst>
              <a:ext uri="{FF2B5EF4-FFF2-40B4-BE49-F238E27FC236}">
                <a16:creationId xmlns:a16="http://schemas.microsoft.com/office/drawing/2014/main" id="{F6662026-F523-4B12-20AE-46D8FC9A2B5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30302" y="0"/>
            <a:ext cx="1444092" cy="1444092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AEF2623B-A369-598B-BD3C-B94D45FBA344}"/>
              </a:ext>
            </a:extLst>
          </p:cNvPr>
          <p:cNvSpPr/>
          <p:nvPr/>
        </p:nvSpPr>
        <p:spPr>
          <a:xfrm>
            <a:off x="0" y="6498991"/>
            <a:ext cx="12192000" cy="359009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426707743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E6F0B6-D67F-CC2C-65CB-E347E59CB8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A4EE7903-3E82-FB2D-7DE5-4D1FBAB57ADA}"/>
              </a:ext>
            </a:extLst>
          </p:cNvPr>
          <p:cNvSpPr/>
          <p:nvPr/>
        </p:nvSpPr>
        <p:spPr>
          <a:xfrm>
            <a:off x="0" y="0"/>
            <a:ext cx="12192000" cy="1012591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3200" b="1" noProof="0" dirty="0">
                <a:solidFill>
                  <a:schemeClr val="bg1"/>
                </a:solidFill>
              </a:rPr>
              <a:t>1. Motivation (MLLMs)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6CAF6AC-9DCF-D2A2-AE71-330BFA840E5A}"/>
              </a:ext>
            </a:extLst>
          </p:cNvPr>
          <p:cNvSpPr/>
          <p:nvPr/>
        </p:nvSpPr>
        <p:spPr>
          <a:xfrm>
            <a:off x="0" y="6498991"/>
            <a:ext cx="12192000" cy="359009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pic>
        <p:nvPicPr>
          <p:cNvPr id="8" name="Image 7" descr="F.INITIATIVES - Le Village by CA Aquitaine">
            <a:extLst>
              <a:ext uri="{FF2B5EF4-FFF2-40B4-BE49-F238E27FC236}">
                <a16:creationId xmlns:a16="http://schemas.microsoft.com/office/drawing/2014/main" id="{FC4BB882-5759-26E5-3ECE-2B4D76A0C07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58008" y="98490"/>
            <a:ext cx="1369396" cy="815610"/>
          </a:xfrm>
          <a:prstGeom prst="rect">
            <a:avLst/>
          </a:prstGeom>
        </p:spPr>
      </p:pic>
      <p:graphicFrame>
        <p:nvGraphicFramePr>
          <p:cNvPr id="9" name="Diagramme 8">
            <a:extLst>
              <a:ext uri="{FF2B5EF4-FFF2-40B4-BE49-F238E27FC236}">
                <a16:creationId xmlns:a16="http://schemas.microsoft.com/office/drawing/2014/main" id="{4843DEA4-F1BC-0016-69D3-5A1396019B6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667746922"/>
              </p:ext>
            </p:extLst>
          </p:nvPr>
        </p:nvGraphicFramePr>
        <p:xfrm>
          <a:off x="332074" y="1443708"/>
          <a:ext cx="11456935" cy="500004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graphicFrame>
        <p:nvGraphicFramePr>
          <p:cNvPr id="10" name="Diagramme 9">
            <a:extLst>
              <a:ext uri="{FF2B5EF4-FFF2-40B4-BE49-F238E27FC236}">
                <a16:creationId xmlns:a16="http://schemas.microsoft.com/office/drawing/2014/main" id="{08120FB9-7A0C-0971-89A5-96D1D0F78B4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28528639"/>
              </p:ext>
            </p:extLst>
          </p:nvPr>
        </p:nvGraphicFramePr>
        <p:xfrm>
          <a:off x="4970899" y="3783461"/>
          <a:ext cx="2838663" cy="77467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9" r:lo="rId10" r:qs="rId11" r:cs="rId12"/>
          </a:graphicData>
        </a:graphic>
      </p:graphicFrame>
    </p:spTree>
    <p:extLst>
      <p:ext uri="{BB962C8B-B14F-4D97-AF65-F5344CB8AC3E}">
        <p14:creationId xmlns:p14="http://schemas.microsoft.com/office/powerpoint/2010/main" val="216494859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85E4D9-B268-5B26-99FA-A6E7310C5C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8E7E93B4-E503-A334-63D5-3F0E706529DB}"/>
              </a:ext>
            </a:extLst>
          </p:cNvPr>
          <p:cNvSpPr/>
          <p:nvPr/>
        </p:nvSpPr>
        <p:spPr>
          <a:xfrm>
            <a:off x="0" y="0"/>
            <a:ext cx="12192000" cy="1012591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3200" b="1" noProof="0" dirty="0">
                <a:solidFill>
                  <a:schemeClr val="bg1"/>
                </a:solidFill>
              </a:rPr>
              <a:t>1. Motivation (</a:t>
            </a:r>
            <a:r>
              <a:rPr lang="en-US" sz="3200" b="1" dirty="0">
                <a:solidFill>
                  <a:schemeClr val="bg1"/>
                </a:solidFill>
              </a:rPr>
              <a:t>V</a:t>
            </a:r>
            <a:r>
              <a:rPr lang="en-US" sz="3200" b="1" noProof="0" dirty="0" err="1">
                <a:solidFill>
                  <a:schemeClr val="bg1"/>
                </a:solidFill>
              </a:rPr>
              <a:t>isual</a:t>
            </a:r>
            <a:r>
              <a:rPr lang="en-US" sz="3200" b="1" noProof="0" dirty="0">
                <a:solidFill>
                  <a:schemeClr val="bg1"/>
                </a:solidFill>
              </a:rPr>
              <a:t> Behavior)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8DF2765-EA77-E9E4-D6B5-57D4CB753503}"/>
              </a:ext>
            </a:extLst>
          </p:cNvPr>
          <p:cNvSpPr/>
          <p:nvPr/>
        </p:nvSpPr>
        <p:spPr>
          <a:xfrm>
            <a:off x="0" y="6498991"/>
            <a:ext cx="12192000" cy="359009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pic>
        <p:nvPicPr>
          <p:cNvPr id="8" name="Image 7" descr="F.INITIATIVES - Le Village by CA Aquitaine">
            <a:extLst>
              <a:ext uri="{FF2B5EF4-FFF2-40B4-BE49-F238E27FC236}">
                <a16:creationId xmlns:a16="http://schemas.microsoft.com/office/drawing/2014/main" id="{E7CDECA4-7712-832B-A2C3-79AD60AE80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58008" y="98490"/>
            <a:ext cx="1369396" cy="815610"/>
          </a:xfrm>
          <a:prstGeom prst="rect">
            <a:avLst/>
          </a:prstGeom>
        </p:spPr>
      </p:pic>
      <p:pic>
        <p:nvPicPr>
          <p:cNvPr id="9" name="Image 8">
            <a:extLst>
              <a:ext uri="{FF2B5EF4-FFF2-40B4-BE49-F238E27FC236}">
                <a16:creationId xmlns:a16="http://schemas.microsoft.com/office/drawing/2014/main" id="{017A469E-D6F8-D4CA-4F69-043AF998274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95147" y="1575969"/>
            <a:ext cx="3502703" cy="3502703"/>
          </a:xfrm>
          <a:prstGeom prst="rect">
            <a:avLst/>
          </a:prstGeom>
        </p:spPr>
      </p:pic>
      <p:pic>
        <p:nvPicPr>
          <p:cNvPr id="11" name="Image 10">
            <a:extLst>
              <a:ext uri="{FF2B5EF4-FFF2-40B4-BE49-F238E27FC236}">
                <a16:creationId xmlns:a16="http://schemas.microsoft.com/office/drawing/2014/main" id="{94D743EA-19C0-7188-5BCF-E3891DF8D4E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24262" y="1679653"/>
            <a:ext cx="3295337" cy="3295337"/>
          </a:xfrm>
          <a:prstGeom prst="rect">
            <a:avLst/>
          </a:prstGeom>
        </p:spPr>
      </p:pic>
      <p:sp>
        <p:nvSpPr>
          <p:cNvPr id="12" name="Flèche : double flèche horizontale 11">
            <a:extLst>
              <a:ext uri="{FF2B5EF4-FFF2-40B4-BE49-F238E27FC236}">
                <a16:creationId xmlns:a16="http://schemas.microsoft.com/office/drawing/2014/main" id="{8099BEA7-D35F-55AA-763C-A6612B83A087}"/>
              </a:ext>
            </a:extLst>
          </p:cNvPr>
          <p:cNvSpPr/>
          <p:nvPr/>
        </p:nvSpPr>
        <p:spPr>
          <a:xfrm>
            <a:off x="4872709" y="3007087"/>
            <a:ext cx="2104961" cy="932810"/>
          </a:xfrm>
          <a:prstGeom prst="leftRightArrow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5663289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488045-992E-6E74-E939-08982BE5D8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11264B1D-670F-CC1D-64F1-B525A039CA31}"/>
              </a:ext>
            </a:extLst>
          </p:cNvPr>
          <p:cNvSpPr/>
          <p:nvPr/>
        </p:nvSpPr>
        <p:spPr>
          <a:xfrm>
            <a:off x="0" y="0"/>
            <a:ext cx="12192000" cy="1012591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3200" b="1" noProof="0" dirty="0">
                <a:solidFill>
                  <a:schemeClr val="bg1"/>
                </a:solidFill>
              </a:rPr>
              <a:t>1. Motivation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69839C7-D47C-6A2F-9D17-7CB87EE1EDA9}"/>
              </a:ext>
            </a:extLst>
          </p:cNvPr>
          <p:cNvSpPr/>
          <p:nvPr/>
        </p:nvSpPr>
        <p:spPr>
          <a:xfrm>
            <a:off x="0" y="6498991"/>
            <a:ext cx="12192000" cy="359009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pic>
        <p:nvPicPr>
          <p:cNvPr id="8" name="Image 7" descr="F.INITIATIVES - Le Village by CA Aquitaine">
            <a:extLst>
              <a:ext uri="{FF2B5EF4-FFF2-40B4-BE49-F238E27FC236}">
                <a16:creationId xmlns:a16="http://schemas.microsoft.com/office/drawing/2014/main" id="{3E844C21-D412-ABB5-0F15-C486F5CBF5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58008" y="98490"/>
            <a:ext cx="1369396" cy="815610"/>
          </a:xfrm>
          <a:prstGeom prst="rect">
            <a:avLst/>
          </a:prstGeom>
        </p:spPr>
      </p:pic>
      <p:sp>
        <p:nvSpPr>
          <p:cNvPr id="5" name="ZoneTexte 4">
            <a:extLst>
              <a:ext uri="{FF2B5EF4-FFF2-40B4-BE49-F238E27FC236}">
                <a16:creationId xmlns:a16="http://schemas.microsoft.com/office/drawing/2014/main" id="{FB487DE3-A927-0541-5DCC-4FDE03AFE8A6}"/>
              </a:ext>
            </a:extLst>
          </p:cNvPr>
          <p:cNvSpPr txBox="1"/>
          <p:nvPr/>
        </p:nvSpPr>
        <p:spPr>
          <a:xfrm>
            <a:off x="877579" y="2219463"/>
            <a:ext cx="10745734" cy="20621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sz="3200" dirty="0" err="1">
                <a:solidFill>
                  <a:schemeClr val="tx2">
                    <a:lumMod val="90000"/>
                    <a:lumOff val="10000"/>
                  </a:schemeClr>
                </a:solidFill>
              </a:rPr>
              <a:t>When</a:t>
            </a:r>
            <a:r>
              <a:rPr lang="fr-FR" sz="3200" dirty="0">
                <a:solidFill>
                  <a:schemeClr val="tx2">
                    <a:lumMod val="90000"/>
                    <a:lumOff val="10000"/>
                  </a:schemeClr>
                </a:solidFill>
              </a:rPr>
              <a:t> </a:t>
            </a:r>
            <a:r>
              <a:rPr lang="fr-FR" sz="3200" dirty="0" err="1">
                <a:solidFill>
                  <a:schemeClr val="tx2">
                    <a:lumMod val="90000"/>
                    <a:lumOff val="10000"/>
                  </a:schemeClr>
                </a:solidFill>
              </a:rPr>
              <a:t>forced</a:t>
            </a:r>
            <a:r>
              <a:rPr lang="fr-FR" sz="3200" dirty="0">
                <a:solidFill>
                  <a:schemeClr val="tx2">
                    <a:lumMod val="90000"/>
                    <a:lumOff val="10000"/>
                  </a:schemeClr>
                </a:solidFill>
              </a:rPr>
              <a:t> to </a:t>
            </a:r>
            <a:r>
              <a:rPr lang="fr-FR" sz="3200" dirty="0" err="1">
                <a:solidFill>
                  <a:schemeClr val="tx2">
                    <a:lumMod val="90000"/>
                    <a:lumOff val="10000"/>
                  </a:schemeClr>
                </a:solidFill>
              </a:rPr>
              <a:t>view</a:t>
            </a:r>
            <a:r>
              <a:rPr lang="fr-FR" sz="3200" dirty="0">
                <a:solidFill>
                  <a:schemeClr val="tx2">
                    <a:lumMod val="90000"/>
                    <a:lumOff val="10000"/>
                  </a:schemeClr>
                </a:solidFill>
              </a:rPr>
              <a:t> a </a:t>
            </a:r>
            <a:r>
              <a:rPr lang="fr-FR" sz="3200" dirty="0" err="1">
                <a:solidFill>
                  <a:schemeClr val="tx2">
                    <a:lumMod val="90000"/>
                    <a:lumOff val="10000"/>
                  </a:schemeClr>
                </a:solidFill>
              </a:rPr>
              <a:t>scene</a:t>
            </a:r>
            <a:r>
              <a:rPr lang="fr-FR" sz="3200" dirty="0">
                <a:solidFill>
                  <a:schemeClr val="tx2">
                    <a:lumMod val="90000"/>
                    <a:lumOff val="10000"/>
                  </a:schemeClr>
                </a:solidFill>
              </a:rPr>
              <a:t> </a:t>
            </a:r>
            <a:r>
              <a:rPr lang="fr-FR" sz="3200" dirty="0" err="1">
                <a:solidFill>
                  <a:schemeClr val="tx2">
                    <a:lumMod val="90000"/>
                    <a:lumOff val="10000"/>
                  </a:schemeClr>
                </a:solidFill>
              </a:rPr>
              <a:t>through</a:t>
            </a:r>
            <a:r>
              <a:rPr lang="fr-FR" sz="3200" dirty="0">
                <a:solidFill>
                  <a:schemeClr val="tx2">
                    <a:lumMod val="90000"/>
                    <a:lumOff val="10000"/>
                  </a:schemeClr>
                </a:solidFill>
              </a:rPr>
              <a:t> the </a:t>
            </a:r>
            <a:r>
              <a:rPr lang="fr-FR" sz="3200" dirty="0" err="1">
                <a:solidFill>
                  <a:schemeClr val="tx2">
                    <a:lumMod val="90000"/>
                    <a:lumOff val="10000"/>
                  </a:schemeClr>
                </a:solidFill>
              </a:rPr>
              <a:t>same</a:t>
            </a:r>
            <a:r>
              <a:rPr lang="fr-FR" sz="3200" dirty="0">
                <a:solidFill>
                  <a:schemeClr val="tx2">
                    <a:lumMod val="90000"/>
                    <a:lumOff val="10000"/>
                  </a:schemeClr>
                </a:solidFill>
              </a:rPr>
              <a:t> </a:t>
            </a:r>
            <a:r>
              <a:rPr lang="fr-FR" sz="3200" dirty="0" err="1">
                <a:solidFill>
                  <a:schemeClr val="tx2">
                    <a:lumMod val="90000"/>
                    <a:lumOff val="10000"/>
                  </a:schemeClr>
                </a:solidFill>
              </a:rPr>
              <a:t>foveated</a:t>
            </a:r>
            <a:r>
              <a:rPr lang="fr-FR" sz="3200" dirty="0">
                <a:solidFill>
                  <a:schemeClr val="tx2">
                    <a:lumMod val="90000"/>
                    <a:lumOff val="10000"/>
                  </a:schemeClr>
                </a:solidFill>
              </a:rPr>
              <a:t> (</a:t>
            </a:r>
            <a:r>
              <a:rPr lang="fr-FR" sz="3200" dirty="0" err="1">
                <a:solidFill>
                  <a:schemeClr val="tx2">
                    <a:lumMod val="90000"/>
                    <a:lumOff val="10000"/>
                  </a:schemeClr>
                </a:solidFill>
              </a:rPr>
              <a:t>acuity-limited</a:t>
            </a:r>
            <a:r>
              <a:rPr lang="fr-FR" sz="3200" dirty="0">
                <a:solidFill>
                  <a:schemeClr val="tx2">
                    <a:lumMod val="90000"/>
                    <a:lumOff val="10000"/>
                  </a:schemeClr>
                </a:solidFill>
              </a:rPr>
              <a:t>) input as a </a:t>
            </a:r>
            <a:r>
              <a:rPr lang="fr-FR" sz="3200" dirty="0" err="1">
                <a:solidFill>
                  <a:schemeClr val="tx2">
                    <a:lumMod val="90000"/>
                    <a:lumOff val="10000"/>
                  </a:schemeClr>
                </a:solidFill>
              </a:rPr>
              <a:t>human</a:t>
            </a:r>
            <a:r>
              <a:rPr lang="fr-FR" sz="3200" dirty="0">
                <a:solidFill>
                  <a:schemeClr val="tx2">
                    <a:lumMod val="90000"/>
                    <a:lumOff val="10000"/>
                  </a:schemeClr>
                </a:solidFill>
              </a:rPr>
              <a:t>. </a:t>
            </a:r>
          </a:p>
          <a:p>
            <a:pPr algn="ctr"/>
            <a:endParaRPr lang="fr-FR" sz="3200" b="1" dirty="0"/>
          </a:p>
          <a:p>
            <a:pPr algn="ctr"/>
            <a:r>
              <a:rPr lang="fr-FR" sz="3200" b="1" dirty="0">
                <a:solidFill>
                  <a:srgbClr val="EE0000"/>
                </a:solidFill>
              </a:rPr>
              <a:t>Do </a:t>
            </a:r>
            <a:r>
              <a:rPr lang="fr-FR" sz="3200" b="1" dirty="0" err="1">
                <a:solidFill>
                  <a:srgbClr val="EE0000"/>
                </a:solidFill>
              </a:rPr>
              <a:t>MLLMs</a:t>
            </a:r>
            <a:r>
              <a:rPr lang="fr-FR" sz="3200" b="1" dirty="0">
                <a:solidFill>
                  <a:srgbClr val="EE0000"/>
                </a:solidFill>
              </a:rPr>
              <a:t> </a:t>
            </a:r>
            <a:r>
              <a:rPr lang="fr-FR" sz="3200" b="1" dirty="0" err="1">
                <a:solidFill>
                  <a:srgbClr val="EE0000"/>
                </a:solidFill>
              </a:rPr>
              <a:t>search</a:t>
            </a:r>
            <a:r>
              <a:rPr lang="fr-FR" sz="3200" b="1" dirty="0">
                <a:solidFill>
                  <a:srgbClr val="EE0000"/>
                </a:solidFill>
              </a:rPr>
              <a:t> the </a:t>
            </a:r>
            <a:r>
              <a:rPr lang="fr-FR" sz="3200" b="1" dirty="0" err="1">
                <a:solidFill>
                  <a:srgbClr val="EE0000"/>
                </a:solidFill>
              </a:rPr>
              <a:t>way</a:t>
            </a:r>
            <a:r>
              <a:rPr lang="fr-FR" sz="3200" b="1" dirty="0">
                <a:solidFill>
                  <a:srgbClr val="EE0000"/>
                </a:solidFill>
              </a:rPr>
              <a:t> </a:t>
            </a:r>
            <a:r>
              <a:rPr lang="fr-FR" sz="3200" b="1" dirty="0" err="1">
                <a:solidFill>
                  <a:srgbClr val="EE0000"/>
                </a:solidFill>
              </a:rPr>
              <a:t>humans</a:t>
            </a:r>
            <a:r>
              <a:rPr lang="fr-FR" sz="3200" b="1" dirty="0">
                <a:solidFill>
                  <a:srgbClr val="EE0000"/>
                </a:solidFill>
              </a:rPr>
              <a:t> do</a:t>
            </a:r>
            <a:r>
              <a:rPr lang="fr-FR" sz="3200" dirty="0">
                <a:solidFill>
                  <a:srgbClr val="EE0000"/>
                </a:solidFill>
              </a:rPr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153266393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8FE79D-7696-C433-BFA8-25CAF415CB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6F31251E-8BDC-B1CE-6D05-5B9C0BB6F480}"/>
              </a:ext>
            </a:extLst>
          </p:cNvPr>
          <p:cNvSpPr/>
          <p:nvPr/>
        </p:nvSpPr>
        <p:spPr>
          <a:xfrm>
            <a:off x="0" y="0"/>
            <a:ext cx="12192000" cy="1012591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3200" b="1" noProof="0" dirty="0">
                <a:solidFill>
                  <a:schemeClr val="bg1"/>
                </a:solidFill>
              </a:rPr>
              <a:t>1. Motivation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4CBD6FC-BBAE-5CA9-E868-AA93BB869BA4}"/>
              </a:ext>
            </a:extLst>
          </p:cNvPr>
          <p:cNvSpPr/>
          <p:nvPr/>
        </p:nvSpPr>
        <p:spPr>
          <a:xfrm>
            <a:off x="0" y="6498991"/>
            <a:ext cx="12192000" cy="359009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pic>
        <p:nvPicPr>
          <p:cNvPr id="8" name="Image 7" descr="F.INITIATIVES - Le Village by CA Aquitaine">
            <a:extLst>
              <a:ext uri="{FF2B5EF4-FFF2-40B4-BE49-F238E27FC236}">
                <a16:creationId xmlns:a16="http://schemas.microsoft.com/office/drawing/2014/main" id="{8A9A3BEB-00AC-8279-37F7-7EC95AD2CEB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58008" y="98490"/>
            <a:ext cx="1369396" cy="815610"/>
          </a:xfrm>
          <a:prstGeom prst="rect">
            <a:avLst/>
          </a:prstGeom>
        </p:spPr>
      </p:pic>
      <p:graphicFrame>
        <p:nvGraphicFramePr>
          <p:cNvPr id="9" name="Diagramme 8">
            <a:extLst>
              <a:ext uri="{FF2B5EF4-FFF2-40B4-BE49-F238E27FC236}">
                <a16:creationId xmlns:a16="http://schemas.microsoft.com/office/drawing/2014/main" id="{C8DF0E80-68F0-0B00-A121-052EE2105F2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084726719"/>
              </p:ext>
            </p:extLst>
          </p:nvPr>
        </p:nvGraphicFramePr>
        <p:xfrm>
          <a:off x="646646" y="1630445"/>
          <a:ext cx="10745734" cy="452431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extLst>
      <p:ext uri="{BB962C8B-B14F-4D97-AF65-F5344CB8AC3E}">
        <p14:creationId xmlns:p14="http://schemas.microsoft.com/office/powerpoint/2010/main" val="13986234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F0DFC1-B35E-4BD6-3DAF-66305EE586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D5825A52-57A1-7CAB-310A-81734407A3F1}"/>
              </a:ext>
            </a:extLst>
          </p:cNvPr>
          <p:cNvSpPr/>
          <p:nvPr/>
        </p:nvSpPr>
        <p:spPr>
          <a:xfrm>
            <a:off x="0" y="0"/>
            <a:ext cx="12192000" cy="1012591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3200" b="1" dirty="0">
                <a:solidFill>
                  <a:schemeClr val="bg1"/>
                </a:solidFill>
              </a:rPr>
              <a:t>2</a:t>
            </a:r>
            <a:r>
              <a:rPr lang="en-US" sz="3200" b="1" noProof="0" dirty="0">
                <a:solidFill>
                  <a:schemeClr val="bg1"/>
                </a:solidFill>
              </a:rPr>
              <a:t>. Method (Data)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176A59A-090B-1A89-F83A-35CBE2EE0754}"/>
              </a:ext>
            </a:extLst>
          </p:cNvPr>
          <p:cNvSpPr/>
          <p:nvPr/>
        </p:nvSpPr>
        <p:spPr>
          <a:xfrm>
            <a:off x="0" y="6498991"/>
            <a:ext cx="12192000" cy="359009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pic>
        <p:nvPicPr>
          <p:cNvPr id="8" name="Image 7" descr="F.INITIATIVES - Le Village by CA Aquitaine">
            <a:extLst>
              <a:ext uri="{FF2B5EF4-FFF2-40B4-BE49-F238E27FC236}">
                <a16:creationId xmlns:a16="http://schemas.microsoft.com/office/drawing/2014/main" id="{D8CD3B62-B4A0-E749-5ED2-B706C6A9EE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58008" y="98490"/>
            <a:ext cx="1369396" cy="815610"/>
          </a:xfrm>
          <a:prstGeom prst="rect">
            <a:avLst/>
          </a:prstGeom>
        </p:spPr>
      </p:pic>
      <p:pic>
        <p:nvPicPr>
          <p:cNvPr id="2" name="Image 1">
            <a:extLst>
              <a:ext uri="{FF2B5EF4-FFF2-40B4-BE49-F238E27FC236}">
                <a16:creationId xmlns:a16="http://schemas.microsoft.com/office/drawing/2014/main" id="{6A46A7B0-D176-C54C-D9A0-C201BC7EA8C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69752" y="1249680"/>
            <a:ext cx="5053217" cy="1452800"/>
          </a:xfrm>
          <a:prstGeom prst="rect">
            <a:avLst/>
          </a:prstGeom>
        </p:spPr>
      </p:pic>
      <p:graphicFrame>
        <p:nvGraphicFramePr>
          <p:cNvPr id="11" name="Diagramme 10">
            <a:extLst>
              <a:ext uri="{FF2B5EF4-FFF2-40B4-BE49-F238E27FC236}">
                <a16:creationId xmlns:a16="http://schemas.microsoft.com/office/drawing/2014/main" id="{6E7D5AC6-2FFF-E2F5-34B0-CB31BBB3CCA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546945375"/>
              </p:ext>
            </p:extLst>
          </p:nvPr>
        </p:nvGraphicFramePr>
        <p:xfrm>
          <a:off x="1313554" y="3158834"/>
          <a:ext cx="10598194" cy="220514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extLst>
      <p:ext uri="{BB962C8B-B14F-4D97-AF65-F5344CB8AC3E}">
        <p14:creationId xmlns:p14="http://schemas.microsoft.com/office/powerpoint/2010/main" val="329692308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03955D-C467-14E5-A197-05D6222FF5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2407B79C-2D4E-3685-E2AE-53BABAE4530C}"/>
              </a:ext>
            </a:extLst>
          </p:cNvPr>
          <p:cNvSpPr/>
          <p:nvPr/>
        </p:nvSpPr>
        <p:spPr>
          <a:xfrm>
            <a:off x="0" y="0"/>
            <a:ext cx="12192000" cy="1012591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3200" b="1" dirty="0">
                <a:solidFill>
                  <a:schemeClr val="bg1"/>
                </a:solidFill>
              </a:rPr>
              <a:t>2</a:t>
            </a:r>
            <a:r>
              <a:rPr lang="en-US" sz="3200" b="1" noProof="0" dirty="0">
                <a:solidFill>
                  <a:schemeClr val="bg1"/>
                </a:solidFill>
              </a:rPr>
              <a:t>. Method (Data)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17BD30D-7E3D-86A7-0A6E-1DB0458901F5}"/>
              </a:ext>
            </a:extLst>
          </p:cNvPr>
          <p:cNvSpPr/>
          <p:nvPr/>
        </p:nvSpPr>
        <p:spPr>
          <a:xfrm>
            <a:off x="0" y="6498991"/>
            <a:ext cx="12192000" cy="359009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pic>
        <p:nvPicPr>
          <p:cNvPr id="8" name="Image 7" descr="F.INITIATIVES - Le Village by CA Aquitaine">
            <a:extLst>
              <a:ext uri="{FF2B5EF4-FFF2-40B4-BE49-F238E27FC236}">
                <a16:creationId xmlns:a16="http://schemas.microsoft.com/office/drawing/2014/main" id="{98C435F3-290E-1871-2E6F-79BA6EC46A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58008" y="98490"/>
            <a:ext cx="1369396" cy="815610"/>
          </a:xfrm>
          <a:prstGeom prst="rect">
            <a:avLst/>
          </a:prstGeom>
        </p:spPr>
      </p:pic>
      <p:pic>
        <p:nvPicPr>
          <p:cNvPr id="5" name="Image 4">
            <a:extLst>
              <a:ext uri="{FF2B5EF4-FFF2-40B4-BE49-F238E27FC236}">
                <a16:creationId xmlns:a16="http://schemas.microsoft.com/office/drawing/2014/main" id="{9CBB9EDB-D4F4-C0BE-D0CE-E964B3549D1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7452"/>
          <a:stretch>
            <a:fillRect/>
          </a:stretch>
        </p:blipFill>
        <p:spPr>
          <a:xfrm>
            <a:off x="1752600" y="1012590"/>
            <a:ext cx="9123484" cy="54882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551018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EE5CC8-1B3F-236E-6580-0A91ED138C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1A229262-36FB-6815-AAF0-A843EFFD78A8}"/>
              </a:ext>
            </a:extLst>
          </p:cNvPr>
          <p:cNvSpPr/>
          <p:nvPr/>
        </p:nvSpPr>
        <p:spPr>
          <a:xfrm>
            <a:off x="0" y="0"/>
            <a:ext cx="12192000" cy="1012591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3200" b="1" dirty="0">
                <a:solidFill>
                  <a:schemeClr val="bg1"/>
                </a:solidFill>
              </a:rPr>
              <a:t>2</a:t>
            </a:r>
            <a:r>
              <a:rPr lang="en-US" sz="3200" b="1" noProof="0" dirty="0">
                <a:solidFill>
                  <a:schemeClr val="bg1"/>
                </a:solidFill>
              </a:rPr>
              <a:t>. Method (Models)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FE93B42-2DF5-7834-20B7-AC80C41F4D95}"/>
              </a:ext>
            </a:extLst>
          </p:cNvPr>
          <p:cNvSpPr/>
          <p:nvPr/>
        </p:nvSpPr>
        <p:spPr>
          <a:xfrm>
            <a:off x="0" y="6498991"/>
            <a:ext cx="12192000" cy="359009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pic>
        <p:nvPicPr>
          <p:cNvPr id="8" name="Image 7" descr="F.INITIATIVES - Le Village by CA Aquitaine">
            <a:extLst>
              <a:ext uri="{FF2B5EF4-FFF2-40B4-BE49-F238E27FC236}">
                <a16:creationId xmlns:a16="http://schemas.microsoft.com/office/drawing/2014/main" id="{247D688E-9936-CC4F-F765-754520AF58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58008" y="98490"/>
            <a:ext cx="1369396" cy="815610"/>
          </a:xfrm>
          <a:prstGeom prst="rect">
            <a:avLst/>
          </a:prstGeom>
        </p:spPr>
      </p:pic>
      <p:graphicFrame>
        <p:nvGraphicFramePr>
          <p:cNvPr id="16" name="Diagramme 15">
            <a:extLst>
              <a:ext uri="{FF2B5EF4-FFF2-40B4-BE49-F238E27FC236}">
                <a16:creationId xmlns:a16="http://schemas.microsoft.com/office/drawing/2014/main" id="{1F367090-9224-6277-1D6F-FDF8334CBCCD}"/>
              </a:ext>
            </a:extLst>
          </p:cNvPr>
          <p:cNvGraphicFramePr/>
          <p:nvPr/>
        </p:nvGraphicFramePr>
        <p:xfrm>
          <a:off x="1289006" y="1385372"/>
          <a:ext cx="8922817" cy="335389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2" name="ZoneTexte 1">
            <a:extLst>
              <a:ext uri="{FF2B5EF4-FFF2-40B4-BE49-F238E27FC236}">
                <a16:creationId xmlns:a16="http://schemas.microsoft.com/office/drawing/2014/main" id="{F69A9825-C2CD-9B64-C6A0-73AA4564F654}"/>
              </a:ext>
            </a:extLst>
          </p:cNvPr>
          <p:cNvSpPr txBox="1"/>
          <p:nvPr/>
        </p:nvSpPr>
        <p:spPr>
          <a:xfrm>
            <a:off x="4157758" y="5434462"/>
            <a:ext cx="328631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4000" b="1" dirty="0">
                <a:solidFill>
                  <a:srgbClr val="00B050"/>
                </a:solidFill>
              </a:rPr>
              <a:t>5 Seeds</a:t>
            </a:r>
          </a:p>
        </p:txBody>
      </p:sp>
    </p:spTree>
    <p:extLst>
      <p:ext uri="{BB962C8B-B14F-4D97-AF65-F5344CB8AC3E}">
        <p14:creationId xmlns:p14="http://schemas.microsoft.com/office/powerpoint/2010/main" val="384706420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89497E-6150-8406-95EE-A2A7267900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580F3192-D32F-682A-659C-80DAAD4214E4}"/>
              </a:ext>
            </a:extLst>
          </p:cNvPr>
          <p:cNvSpPr/>
          <p:nvPr/>
        </p:nvSpPr>
        <p:spPr>
          <a:xfrm>
            <a:off x="0" y="0"/>
            <a:ext cx="12192000" cy="1012591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3200" b="1" dirty="0">
                <a:solidFill>
                  <a:schemeClr val="bg1"/>
                </a:solidFill>
              </a:rPr>
              <a:t>2</a:t>
            </a:r>
            <a:r>
              <a:rPr lang="en-US" sz="3200" b="1" noProof="0" dirty="0">
                <a:solidFill>
                  <a:schemeClr val="bg1"/>
                </a:solidFill>
              </a:rPr>
              <a:t>. Method (Data)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CE14CBF-38EF-755D-D33E-3151252F5E38}"/>
              </a:ext>
            </a:extLst>
          </p:cNvPr>
          <p:cNvSpPr/>
          <p:nvPr/>
        </p:nvSpPr>
        <p:spPr>
          <a:xfrm>
            <a:off x="0" y="6498991"/>
            <a:ext cx="12192000" cy="359009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pic>
        <p:nvPicPr>
          <p:cNvPr id="8" name="Image 7" descr="F.INITIATIVES - Le Village by CA Aquitaine">
            <a:extLst>
              <a:ext uri="{FF2B5EF4-FFF2-40B4-BE49-F238E27FC236}">
                <a16:creationId xmlns:a16="http://schemas.microsoft.com/office/drawing/2014/main" id="{2D02DD39-10C7-90C0-1B4F-DA1CF9C635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58008" y="98490"/>
            <a:ext cx="1369396" cy="815610"/>
          </a:xfrm>
          <a:prstGeom prst="rect">
            <a:avLst/>
          </a:prstGeom>
        </p:spPr>
      </p:pic>
      <p:sp>
        <p:nvSpPr>
          <p:cNvPr id="10" name="ZoneTexte 9">
            <a:extLst>
              <a:ext uri="{FF2B5EF4-FFF2-40B4-BE49-F238E27FC236}">
                <a16:creationId xmlns:a16="http://schemas.microsoft.com/office/drawing/2014/main" id="{C4BBDA9C-821E-896D-EB7E-F0BDEEEF53A8}"/>
              </a:ext>
            </a:extLst>
          </p:cNvPr>
          <p:cNvSpPr txBox="1"/>
          <p:nvPr/>
        </p:nvSpPr>
        <p:spPr>
          <a:xfrm>
            <a:off x="699608" y="2172456"/>
            <a:ext cx="10862336" cy="9848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sz="4000" dirty="0">
                <a:solidFill>
                  <a:srgbClr val="00B050"/>
                </a:solidFill>
              </a:rPr>
              <a:t>285</a:t>
            </a:r>
            <a:r>
              <a:rPr lang="fr-FR" sz="4000" dirty="0"/>
              <a:t> </a:t>
            </a:r>
            <a:r>
              <a:rPr lang="fr-FR" sz="4000" dirty="0" err="1"/>
              <a:t>scenes</a:t>
            </a:r>
            <a:r>
              <a:rPr lang="fr-FR" sz="4000" dirty="0"/>
              <a:t> × </a:t>
            </a:r>
            <a:r>
              <a:rPr lang="fr-FR" sz="4000" dirty="0">
                <a:solidFill>
                  <a:schemeClr val="accent1"/>
                </a:solidFill>
              </a:rPr>
              <a:t>5</a:t>
            </a:r>
            <a:r>
              <a:rPr lang="fr-FR" sz="4000" dirty="0"/>
              <a:t> </a:t>
            </a:r>
            <a:r>
              <a:rPr lang="fr-FR" sz="4000" dirty="0" err="1"/>
              <a:t>seeds</a:t>
            </a:r>
            <a:r>
              <a:rPr lang="fr-FR" sz="4000" dirty="0"/>
              <a:t> × </a:t>
            </a:r>
            <a:r>
              <a:rPr lang="fr-FR" sz="4000" dirty="0">
                <a:solidFill>
                  <a:srgbClr val="0070C0"/>
                </a:solidFill>
              </a:rPr>
              <a:t>9</a:t>
            </a:r>
            <a:r>
              <a:rPr lang="fr-FR" sz="4000" dirty="0"/>
              <a:t> conditions × </a:t>
            </a:r>
            <a:r>
              <a:rPr lang="fr-FR" sz="4000" dirty="0">
                <a:solidFill>
                  <a:srgbClr val="7030A0"/>
                </a:solidFill>
              </a:rPr>
              <a:t>3</a:t>
            </a:r>
            <a:r>
              <a:rPr lang="fr-FR" sz="4000" dirty="0"/>
              <a:t> </a:t>
            </a:r>
            <a:r>
              <a:rPr lang="fr-FR" sz="4000" dirty="0" err="1"/>
              <a:t>models</a:t>
            </a:r>
            <a:endParaRPr lang="fr-FR" sz="4000" dirty="0"/>
          </a:p>
          <a:p>
            <a:pPr algn="ctr"/>
            <a:endParaRPr lang="fr-FR" dirty="0"/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53C731EA-B9B8-ADFB-D7AB-429EE1E5DFA4}"/>
              </a:ext>
            </a:extLst>
          </p:cNvPr>
          <p:cNvSpPr txBox="1"/>
          <p:nvPr/>
        </p:nvSpPr>
        <p:spPr>
          <a:xfrm>
            <a:off x="2657283" y="3630966"/>
            <a:ext cx="6173734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sz="8800" dirty="0">
                <a:solidFill>
                  <a:srgbClr val="EE0000"/>
                </a:solidFill>
              </a:rPr>
              <a:t> </a:t>
            </a:r>
            <a:r>
              <a:rPr lang="fr-FR" sz="8800" b="1" dirty="0">
                <a:solidFill>
                  <a:srgbClr val="EE0000"/>
                </a:solidFill>
              </a:rPr>
              <a:t>38,475</a:t>
            </a:r>
          </a:p>
          <a:p>
            <a:pPr algn="ctr"/>
            <a:r>
              <a:rPr lang="fr-FR" sz="2000" b="1" dirty="0">
                <a:solidFill>
                  <a:srgbClr val="EE0000"/>
                </a:solidFill>
              </a:rPr>
              <a:t>Data points</a:t>
            </a:r>
            <a:endParaRPr lang="fr-FR" sz="2000" dirty="0">
              <a:solidFill>
                <a:srgbClr val="EE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4940602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4860DE-A771-E2FB-F997-DE3D0DF864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34614E69-BD17-327A-A3B7-72252061CD1F}"/>
              </a:ext>
            </a:extLst>
          </p:cNvPr>
          <p:cNvSpPr/>
          <p:nvPr/>
        </p:nvSpPr>
        <p:spPr>
          <a:xfrm>
            <a:off x="0" y="0"/>
            <a:ext cx="12192000" cy="1012591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3200" b="1" dirty="0">
                <a:solidFill>
                  <a:schemeClr val="bg1"/>
                </a:solidFill>
              </a:rPr>
              <a:t>2</a:t>
            </a:r>
            <a:r>
              <a:rPr lang="en-US" sz="3200" b="1" noProof="0" dirty="0">
                <a:solidFill>
                  <a:schemeClr val="bg1"/>
                </a:solidFill>
              </a:rPr>
              <a:t>. Method (Agent)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DDEC212-CE02-B1A4-E054-17E04F47962F}"/>
              </a:ext>
            </a:extLst>
          </p:cNvPr>
          <p:cNvSpPr/>
          <p:nvPr/>
        </p:nvSpPr>
        <p:spPr>
          <a:xfrm>
            <a:off x="0" y="6498991"/>
            <a:ext cx="12192000" cy="359009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pic>
        <p:nvPicPr>
          <p:cNvPr id="8" name="Image 7" descr="F.INITIATIVES - Le Village by CA Aquitaine">
            <a:extLst>
              <a:ext uri="{FF2B5EF4-FFF2-40B4-BE49-F238E27FC236}">
                <a16:creationId xmlns:a16="http://schemas.microsoft.com/office/drawing/2014/main" id="{8B4840A7-E245-CE2D-CB9B-27E3D2ECA0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58008" y="98490"/>
            <a:ext cx="1369396" cy="815610"/>
          </a:xfrm>
          <a:prstGeom prst="rect">
            <a:avLst/>
          </a:prstGeom>
        </p:spPr>
      </p:pic>
      <p:pic>
        <p:nvPicPr>
          <p:cNvPr id="3" name="Image 2">
            <a:extLst>
              <a:ext uri="{FF2B5EF4-FFF2-40B4-BE49-F238E27FC236}">
                <a16:creationId xmlns:a16="http://schemas.microsoft.com/office/drawing/2014/main" id="{BA932EE3-EA5A-3ED2-A0DD-126472A5E5F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92451" y="1255568"/>
            <a:ext cx="7407097" cy="51833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526399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6E7606-9751-C13F-A118-6304437EE4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58D2E7FD-263B-4B99-116B-05C8F0828F18}"/>
              </a:ext>
            </a:extLst>
          </p:cNvPr>
          <p:cNvSpPr/>
          <p:nvPr/>
        </p:nvSpPr>
        <p:spPr>
          <a:xfrm>
            <a:off x="0" y="0"/>
            <a:ext cx="12192000" cy="1012591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3200" b="1" dirty="0">
                <a:solidFill>
                  <a:schemeClr val="bg1"/>
                </a:solidFill>
              </a:rPr>
              <a:t>2</a:t>
            </a:r>
            <a:r>
              <a:rPr lang="en-US" sz="3200" b="1" noProof="0" dirty="0">
                <a:solidFill>
                  <a:schemeClr val="bg1"/>
                </a:solidFill>
              </a:rPr>
              <a:t>. Method (Agent)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CE48E84-889B-3C8F-717D-9B6477B76A91}"/>
              </a:ext>
            </a:extLst>
          </p:cNvPr>
          <p:cNvSpPr/>
          <p:nvPr/>
        </p:nvSpPr>
        <p:spPr>
          <a:xfrm>
            <a:off x="0" y="6498991"/>
            <a:ext cx="12192000" cy="359009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pic>
        <p:nvPicPr>
          <p:cNvPr id="8" name="Image 7" descr="F.INITIATIVES - Le Village by CA Aquitaine">
            <a:extLst>
              <a:ext uri="{FF2B5EF4-FFF2-40B4-BE49-F238E27FC236}">
                <a16:creationId xmlns:a16="http://schemas.microsoft.com/office/drawing/2014/main" id="{7C730D0F-9F78-5E69-8EF8-5E48A7B772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58008" y="98490"/>
            <a:ext cx="1369396" cy="815610"/>
          </a:xfrm>
          <a:prstGeom prst="rect">
            <a:avLst/>
          </a:prstGeom>
        </p:spPr>
      </p:pic>
      <p:pic>
        <p:nvPicPr>
          <p:cNvPr id="3" name="Image 2">
            <a:extLst>
              <a:ext uri="{FF2B5EF4-FFF2-40B4-BE49-F238E27FC236}">
                <a16:creationId xmlns:a16="http://schemas.microsoft.com/office/drawing/2014/main" id="{C1115569-8759-7822-B23A-205583F7C0B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6587" r="3501" b="83502"/>
          <a:stretch>
            <a:fillRect/>
          </a:stretch>
        </p:blipFill>
        <p:spPr>
          <a:xfrm>
            <a:off x="1995649" y="2838450"/>
            <a:ext cx="9198131" cy="1181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177222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F9136B-DB6C-83F8-A7D0-647207155D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B8DE826E-6FA6-22AC-F927-A6FD87F4B034}"/>
              </a:ext>
            </a:extLst>
          </p:cNvPr>
          <p:cNvSpPr/>
          <p:nvPr/>
        </p:nvSpPr>
        <p:spPr>
          <a:xfrm>
            <a:off x="0" y="0"/>
            <a:ext cx="12192000" cy="1012591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3200" b="1" dirty="0">
                <a:solidFill>
                  <a:schemeClr val="bg1"/>
                </a:solidFill>
              </a:rPr>
              <a:t>2</a:t>
            </a:r>
            <a:r>
              <a:rPr lang="en-US" sz="3200" b="1" noProof="0" dirty="0">
                <a:solidFill>
                  <a:schemeClr val="bg1"/>
                </a:solidFill>
              </a:rPr>
              <a:t>. Method (Agent)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D4B1078-E447-8DF6-C790-B3386B2FD423}"/>
              </a:ext>
            </a:extLst>
          </p:cNvPr>
          <p:cNvSpPr/>
          <p:nvPr/>
        </p:nvSpPr>
        <p:spPr>
          <a:xfrm>
            <a:off x="0" y="6498991"/>
            <a:ext cx="12192000" cy="359009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pic>
        <p:nvPicPr>
          <p:cNvPr id="8" name="Image 7" descr="F.INITIATIVES - Le Village by CA Aquitaine">
            <a:extLst>
              <a:ext uri="{FF2B5EF4-FFF2-40B4-BE49-F238E27FC236}">
                <a16:creationId xmlns:a16="http://schemas.microsoft.com/office/drawing/2014/main" id="{C87DC9B6-8A96-9B89-AB20-AA1E6C78C3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58008" y="98490"/>
            <a:ext cx="1369396" cy="815610"/>
          </a:xfrm>
          <a:prstGeom prst="rect">
            <a:avLst/>
          </a:prstGeom>
        </p:spPr>
      </p:pic>
      <p:pic>
        <p:nvPicPr>
          <p:cNvPr id="3" name="Image 2">
            <a:extLst>
              <a:ext uri="{FF2B5EF4-FFF2-40B4-BE49-F238E27FC236}">
                <a16:creationId xmlns:a16="http://schemas.microsoft.com/office/drawing/2014/main" id="{846C3C7F-F731-1DB1-75F1-D4ECBF194E7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31" t="14476" r="34040" b="69026"/>
          <a:stretch>
            <a:fillRect/>
          </a:stretch>
        </p:blipFill>
        <p:spPr>
          <a:xfrm>
            <a:off x="1995649" y="2838450"/>
            <a:ext cx="6714011" cy="1181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248664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57A025-3BEE-6B58-2C95-8E1AE1CE21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7BAECA3D-D1DC-7D87-CDA6-DACEB5A2D6F1}"/>
              </a:ext>
            </a:extLst>
          </p:cNvPr>
          <p:cNvSpPr/>
          <p:nvPr/>
        </p:nvSpPr>
        <p:spPr>
          <a:xfrm>
            <a:off x="0" y="0"/>
            <a:ext cx="12192000" cy="1012591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3200" b="1" dirty="0">
                <a:solidFill>
                  <a:schemeClr val="bg1"/>
                </a:solidFill>
              </a:rPr>
              <a:t>2</a:t>
            </a:r>
            <a:r>
              <a:rPr lang="en-US" sz="3200" b="1" noProof="0" dirty="0">
                <a:solidFill>
                  <a:schemeClr val="bg1"/>
                </a:solidFill>
              </a:rPr>
              <a:t>. Method (Agent)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DB1C83F-B2E4-A829-31F3-DA31299EDC7E}"/>
              </a:ext>
            </a:extLst>
          </p:cNvPr>
          <p:cNvSpPr/>
          <p:nvPr/>
        </p:nvSpPr>
        <p:spPr>
          <a:xfrm>
            <a:off x="0" y="6498991"/>
            <a:ext cx="12192000" cy="359009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pic>
        <p:nvPicPr>
          <p:cNvPr id="8" name="Image 7" descr="F.INITIATIVES - Le Village by CA Aquitaine">
            <a:extLst>
              <a:ext uri="{FF2B5EF4-FFF2-40B4-BE49-F238E27FC236}">
                <a16:creationId xmlns:a16="http://schemas.microsoft.com/office/drawing/2014/main" id="{1CB4CFEC-FB52-CA10-43A4-172C43BECB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58008" y="98490"/>
            <a:ext cx="1369396" cy="815610"/>
          </a:xfrm>
          <a:prstGeom prst="rect">
            <a:avLst/>
          </a:prstGeom>
        </p:spPr>
      </p:pic>
      <p:pic>
        <p:nvPicPr>
          <p:cNvPr id="3" name="Image 2">
            <a:extLst>
              <a:ext uri="{FF2B5EF4-FFF2-40B4-BE49-F238E27FC236}">
                <a16:creationId xmlns:a16="http://schemas.microsoft.com/office/drawing/2014/main" id="{ABA08D22-6214-09E0-1A94-C2BC5EB22CB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-340" t="31825" r="10428" b="51677"/>
          <a:stretch>
            <a:fillRect/>
          </a:stretch>
        </p:blipFill>
        <p:spPr>
          <a:xfrm>
            <a:off x="1995649" y="2838450"/>
            <a:ext cx="9198131" cy="1181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686174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96457E-7E37-C539-0413-743934BC42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6A29216D-46D6-5474-8928-3859450B216C}"/>
              </a:ext>
            </a:extLst>
          </p:cNvPr>
          <p:cNvSpPr/>
          <p:nvPr/>
        </p:nvSpPr>
        <p:spPr>
          <a:xfrm>
            <a:off x="0" y="0"/>
            <a:ext cx="12192000" cy="1012591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3200" b="1" dirty="0">
                <a:solidFill>
                  <a:schemeClr val="bg1"/>
                </a:solidFill>
              </a:rPr>
              <a:t>2</a:t>
            </a:r>
            <a:r>
              <a:rPr lang="en-US" sz="3200" b="1" noProof="0" dirty="0">
                <a:solidFill>
                  <a:schemeClr val="bg1"/>
                </a:solidFill>
              </a:rPr>
              <a:t>. Method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0B9E432-817C-3C7A-D07E-AC145DC5BFE6}"/>
              </a:ext>
            </a:extLst>
          </p:cNvPr>
          <p:cNvSpPr/>
          <p:nvPr/>
        </p:nvSpPr>
        <p:spPr>
          <a:xfrm>
            <a:off x="0" y="6498991"/>
            <a:ext cx="12192000" cy="359009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pic>
        <p:nvPicPr>
          <p:cNvPr id="8" name="Image 7" descr="F.INITIATIVES - Le Village by CA Aquitaine">
            <a:extLst>
              <a:ext uri="{FF2B5EF4-FFF2-40B4-BE49-F238E27FC236}">
                <a16:creationId xmlns:a16="http://schemas.microsoft.com/office/drawing/2014/main" id="{A4FF591A-F781-4A45-DB84-CE8FB0EB9E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58008" y="98490"/>
            <a:ext cx="1369396" cy="815610"/>
          </a:xfrm>
          <a:prstGeom prst="rect">
            <a:avLst/>
          </a:prstGeom>
        </p:spPr>
      </p:pic>
      <p:pic>
        <p:nvPicPr>
          <p:cNvPr id="3" name="Image 2">
            <a:extLst>
              <a:ext uri="{FF2B5EF4-FFF2-40B4-BE49-F238E27FC236}">
                <a16:creationId xmlns:a16="http://schemas.microsoft.com/office/drawing/2014/main" id="{14FD44A8-C61F-652A-E2D1-87E0F7CCC93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31" t="46361" r="16759" b="37141"/>
          <a:stretch>
            <a:fillRect/>
          </a:stretch>
        </p:blipFill>
        <p:spPr>
          <a:xfrm>
            <a:off x="1995649" y="2838450"/>
            <a:ext cx="8481851" cy="1181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228923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82B5E4-2F37-984D-1C4A-408594DE91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2D076E05-667B-2031-8C53-C304D24FA59F}"/>
              </a:ext>
            </a:extLst>
          </p:cNvPr>
          <p:cNvSpPr/>
          <p:nvPr/>
        </p:nvSpPr>
        <p:spPr>
          <a:xfrm>
            <a:off x="0" y="0"/>
            <a:ext cx="12192000" cy="1012591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3200" b="1" dirty="0">
                <a:solidFill>
                  <a:schemeClr val="bg1"/>
                </a:solidFill>
              </a:rPr>
              <a:t>2</a:t>
            </a:r>
            <a:r>
              <a:rPr lang="en-US" sz="3200" b="1" noProof="0" dirty="0">
                <a:solidFill>
                  <a:schemeClr val="bg1"/>
                </a:solidFill>
              </a:rPr>
              <a:t>. Method (Agent)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CA705BD-5137-4233-9045-EEFD1EA506D8}"/>
              </a:ext>
            </a:extLst>
          </p:cNvPr>
          <p:cNvSpPr/>
          <p:nvPr/>
        </p:nvSpPr>
        <p:spPr>
          <a:xfrm>
            <a:off x="0" y="6498991"/>
            <a:ext cx="12192000" cy="359009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pic>
        <p:nvPicPr>
          <p:cNvPr id="8" name="Image 7" descr="F.INITIATIVES - Le Village by CA Aquitaine">
            <a:extLst>
              <a:ext uri="{FF2B5EF4-FFF2-40B4-BE49-F238E27FC236}">
                <a16:creationId xmlns:a16="http://schemas.microsoft.com/office/drawing/2014/main" id="{D43F38E8-1497-AAC0-E69B-EEF22B8EAA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58008" y="98490"/>
            <a:ext cx="1369396" cy="815610"/>
          </a:xfrm>
          <a:prstGeom prst="rect">
            <a:avLst/>
          </a:prstGeom>
        </p:spPr>
      </p:pic>
      <p:pic>
        <p:nvPicPr>
          <p:cNvPr id="3" name="Image 2">
            <a:extLst>
              <a:ext uri="{FF2B5EF4-FFF2-40B4-BE49-F238E27FC236}">
                <a16:creationId xmlns:a16="http://schemas.microsoft.com/office/drawing/2014/main" id="{2A5C7DB3-6AAB-01B4-267A-2165B5F0EB1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31" t="60144" r="17057" b="23358"/>
          <a:stretch>
            <a:fillRect/>
          </a:stretch>
        </p:blipFill>
        <p:spPr>
          <a:xfrm>
            <a:off x="1995649" y="2838450"/>
            <a:ext cx="8451371" cy="1181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6367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4216AD-077C-BC96-88BD-7AFA0A4058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C15A077E-320A-BA63-BA4F-D5015F3A4597}"/>
              </a:ext>
            </a:extLst>
          </p:cNvPr>
          <p:cNvSpPr/>
          <p:nvPr/>
        </p:nvSpPr>
        <p:spPr>
          <a:xfrm>
            <a:off x="0" y="0"/>
            <a:ext cx="12192000" cy="1012591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3200" b="1" dirty="0">
                <a:solidFill>
                  <a:schemeClr val="bg1"/>
                </a:solidFill>
              </a:rPr>
              <a:t>2</a:t>
            </a:r>
            <a:r>
              <a:rPr lang="en-US" sz="3200" b="1" noProof="0" dirty="0">
                <a:solidFill>
                  <a:schemeClr val="bg1"/>
                </a:solidFill>
              </a:rPr>
              <a:t>. Method (Agent)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0FC29FA-94D3-62B9-69F2-64314C7B5B4E}"/>
              </a:ext>
            </a:extLst>
          </p:cNvPr>
          <p:cNvSpPr/>
          <p:nvPr/>
        </p:nvSpPr>
        <p:spPr>
          <a:xfrm>
            <a:off x="0" y="6498991"/>
            <a:ext cx="12192000" cy="359009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pic>
        <p:nvPicPr>
          <p:cNvPr id="8" name="Image 7" descr="F.INITIATIVES - Le Village by CA Aquitaine">
            <a:extLst>
              <a:ext uri="{FF2B5EF4-FFF2-40B4-BE49-F238E27FC236}">
                <a16:creationId xmlns:a16="http://schemas.microsoft.com/office/drawing/2014/main" id="{9216D48E-E316-975F-354F-FE517ECC00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58008" y="98490"/>
            <a:ext cx="1369396" cy="815610"/>
          </a:xfrm>
          <a:prstGeom prst="rect">
            <a:avLst/>
          </a:prstGeom>
        </p:spPr>
      </p:pic>
      <p:pic>
        <p:nvPicPr>
          <p:cNvPr id="3" name="Image 2">
            <a:extLst>
              <a:ext uri="{FF2B5EF4-FFF2-40B4-BE49-F238E27FC236}">
                <a16:creationId xmlns:a16="http://schemas.microsoft.com/office/drawing/2014/main" id="{76D164D7-0F13-49C3-1B9C-37A54D5D022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970" t="81319" r="8118" b="2183"/>
          <a:stretch>
            <a:fillRect/>
          </a:stretch>
        </p:blipFill>
        <p:spPr>
          <a:xfrm>
            <a:off x="1995649" y="2838450"/>
            <a:ext cx="9198131" cy="1181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771055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A818E2-88FE-31D0-E547-6F9034A8EC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1E612ABC-B938-EF90-0DE7-CCCB51B0565B}"/>
              </a:ext>
            </a:extLst>
          </p:cNvPr>
          <p:cNvSpPr/>
          <p:nvPr/>
        </p:nvSpPr>
        <p:spPr>
          <a:xfrm>
            <a:off x="0" y="0"/>
            <a:ext cx="12192000" cy="1012591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3200" b="1" dirty="0">
                <a:solidFill>
                  <a:schemeClr val="bg1"/>
                </a:solidFill>
              </a:rPr>
              <a:t>2</a:t>
            </a:r>
            <a:r>
              <a:rPr lang="en-US" sz="3200" b="1" noProof="0" dirty="0">
                <a:solidFill>
                  <a:schemeClr val="bg1"/>
                </a:solidFill>
              </a:rPr>
              <a:t>. Method (Agent)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1D32FAF-59BC-EEA3-9DEF-49E44D7930B4}"/>
              </a:ext>
            </a:extLst>
          </p:cNvPr>
          <p:cNvSpPr/>
          <p:nvPr/>
        </p:nvSpPr>
        <p:spPr>
          <a:xfrm>
            <a:off x="0" y="6498991"/>
            <a:ext cx="12192000" cy="359009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pic>
        <p:nvPicPr>
          <p:cNvPr id="8" name="Image 7" descr="F.INITIATIVES - Le Village by CA Aquitaine">
            <a:extLst>
              <a:ext uri="{FF2B5EF4-FFF2-40B4-BE49-F238E27FC236}">
                <a16:creationId xmlns:a16="http://schemas.microsoft.com/office/drawing/2014/main" id="{339524A6-B2ED-4F76-F0BA-A914FA402D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58008" y="98490"/>
            <a:ext cx="1369396" cy="815610"/>
          </a:xfrm>
          <a:prstGeom prst="rect">
            <a:avLst/>
          </a:prstGeom>
        </p:spPr>
      </p:pic>
      <p:pic>
        <p:nvPicPr>
          <p:cNvPr id="3" name="Image 2">
            <a:extLst>
              <a:ext uri="{FF2B5EF4-FFF2-40B4-BE49-F238E27FC236}">
                <a16:creationId xmlns:a16="http://schemas.microsoft.com/office/drawing/2014/main" id="{0A369B5C-1660-11D5-6300-B7450B3103B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31" t="13836" r="9757" b="2770"/>
          <a:stretch>
            <a:fillRect/>
          </a:stretch>
        </p:blipFill>
        <p:spPr>
          <a:xfrm>
            <a:off x="2406488" y="1012590"/>
            <a:ext cx="8351520" cy="54207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54661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E67198-E3E1-00A8-77BB-2C5076D823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9CD4C949-82C3-FA35-E644-E0175D0CAF8F}"/>
              </a:ext>
            </a:extLst>
          </p:cNvPr>
          <p:cNvSpPr/>
          <p:nvPr/>
        </p:nvSpPr>
        <p:spPr>
          <a:xfrm>
            <a:off x="0" y="0"/>
            <a:ext cx="12192000" cy="1012591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3200" b="1" dirty="0">
                <a:solidFill>
                  <a:schemeClr val="bg1"/>
                </a:solidFill>
              </a:rPr>
              <a:t>2</a:t>
            </a:r>
            <a:r>
              <a:rPr lang="en-US" sz="3200" b="1" noProof="0" dirty="0">
                <a:solidFill>
                  <a:schemeClr val="bg1"/>
                </a:solidFill>
              </a:rPr>
              <a:t>. Method (Agent)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8186627-CEF1-42FF-5C9F-A62DD43E6FE1}"/>
              </a:ext>
            </a:extLst>
          </p:cNvPr>
          <p:cNvSpPr/>
          <p:nvPr/>
        </p:nvSpPr>
        <p:spPr>
          <a:xfrm>
            <a:off x="0" y="6498991"/>
            <a:ext cx="12192000" cy="359009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pic>
        <p:nvPicPr>
          <p:cNvPr id="8" name="Image 7" descr="F.INITIATIVES - Le Village by CA Aquitaine">
            <a:extLst>
              <a:ext uri="{FF2B5EF4-FFF2-40B4-BE49-F238E27FC236}">
                <a16:creationId xmlns:a16="http://schemas.microsoft.com/office/drawing/2014/main" id="{41C05795-9099-FC27-7C38-252B9417B6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58008" y="98490"/>
            <a:ext cx="1369396" cy="815610"/>
          </a:xfrm>
          <a:prstGeom prst="rect">
            <a:avLst/>
          </a:prstGeom>
        </p:spPr>
      </p:pic>
      <p:pic>
        <p:nvPicPr>
          <p:cNvPr id="3" name="Image 2">
            <a:extLst>
              <a:ext uri="{FF2B5EF4-FFF2-40B4-BE49-F238E27FC236}">
                <a16:creationId xmlns:a16="http://schemas.microsoft.com/office/drawing/2014/main" id="{17DF4E8E-F6F2-5C40-B91D-EA80BA9096E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92451" y="1255568"/>
            <a:ext cx="7407097" cy="51833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634912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A98091-DDB1-B319-33A4-8EB45EE332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98AA156F-1732-24A0-859E-55ACC05B9404}"/>
              </a:ext>
            </a:extLst>
          </p:cNvPr>
          <p:cNvSpPr/>
          <p:nvPr/>
        </p:nvSpPr>
        <p:spPr>
          <a:xfrm>
            <a:off x="0" y="0"/>
            <a:ext cx="12192000" cy="1012591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3200" b="1" dirty="0">
                <a:solidFill>
                  <a:schemeClr val="bg1"/>
                </a:solidFill>
              </a:rPr>
              <a:t>3</a:t>
            </a:r>
            <a:r>
              <a:rPr lang="en-US" sz="3200" b="1" noProof="0" dirty="0">
                <a:solidFill>
                  <a:schemeClr val="bg1"/>
                </a:solidFill>
              </a:rPr>
              <a:t>. Results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0C12AAC-DBFD-6A2C-AC6F-F9808361632A}"/>
              </a:ext>
            </a:extLst>
          </p:cNvPr>
          <p:cNvSpPr/>
          <p:nvPr/>
        </p:nvSpPr>
        <p:spPr>
          <a:xfrm>
            <a:off x="0" y="6498991"/>
            <a:ext cx="12192000" cy="359009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pic>
        <p:nvPicPr>
          <p:cNvPr id="8" name="Image 7" descr="F.INITIATIVES - Le Village by CA Aquitaine">
            <a:extLst>
              <a:ext uri="{FF2B5EF4-FFF2-40B4-BE49-F238E27FC236}">
                <a16:creationId xmlns:a16="http://schemas.microsoft.com/office/drawing/2014/main" id="{8CD94560-4339-A51E-78E7-18D880A960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58008" y="98490"/>
            <a:ext cx="1369396" cy="815610"/>
          </a:xfrm>
          <a:prstGeom prst="rect">
            <a:avLst/>
          </a:prstGeom>
        </p:spPr>
      </p:pic>
      <p:pic>
        <p:nvPicPr>
          <p:cNvPr id="3" name="Image 2">
            <a:extLst>
              <a:ext uri="{FF2B5EF4-FFF2-40B4-BE49-F238E27FC236}">
                <a16:creationId xmlns:a16="http://schemas.microsoft.com/office/drawing/2014/main" id="{6B2A6D5F-B206-D0B7-A7BA-5F7843F2093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3" t="89" r="-223" b="220"/>
          <a:stretch>
            <a:fillRect/>
          </a:stretch>
        </p:blipFill>
        <p:spPr>
          <a:xfrm>
            <a:off x="4130142" y="1006545"/>
            <a:ext cx="4414087" cy="54924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543687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74B2DA-E883-9B29-C84A-3C9E659F1D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8B60043-EBCD-2DB8-4E43-6C69308629E3}"/>
              </a:ext>
            </a:extLst>
          </p:cNvPr>
          <p:cNvSpPr/>
          <p:nvPr/>
        </p:nvSpPr>
        <p:spPr>
          <a:xfrm>
            <a:off x="0" y="0"/>
            <a:ext cx="12192000" cy="1012591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3200" b="1" dirty="0">
                <a:solidFill>
                  <a:schemeClr val="bg1"/>
                </a:solidFill>
              </a:rPr>
              <a:t>3</a:t>
            </a:r>
            <a:r>
              <a:rPr lang="en-US" sz="3200" b="1" noProof="0" dirty="0">
                <a:solidFill>
                  <a:schemeClr val="bg1"/>
                </a:solidFill>
              </a:rPr>
              <a:t>. Results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CA34E45-44E3-FE4A-7561-3F0A8A6A5588}"/>
              </a:ext>
            </a:extLst>
          </p:cNvPr>
          <p:cNvSpPr/>
          <p:nvPr/>
        </p:nvSpPr>
        <p:spPr>
          <a:xfrm>
            <a:off x="0" y="6498991"/>
            <a:ext cx="12192000" cy="359009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pic>
        <p:nvPicPr>
          <p:cNvPr id="8" name="Image 7" descr="F.INITIATIVES - Le Village by CA Aquitaine">
            <a:extLst>
              <a:ext uri="{FF2B5EF4-FFF2-40B4-BE49-F238E27FC236}">
                <a16:creationId xmlns:a16="http://schemas.microsoft.com/office/drawing/2014/main" id="{BDE84B7B-5A3B-2E17-E077-7B72E53553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58008" y="98490"/>
            <a:ext cx="1369396" cy="815610"/>
          </a:xfrm>
          <a:prstGeom prst="rect">
            <a:avLst/>
          </a:prstGeom>
        </p:spPr>
      </p:pic>
      <p:pic>
        <p:nvPicPr>
          <p:cNvPr id="3" name="Image 2">
            <a:extLst>
              <a:ext uri="{FF2B5EF4-FFF2-40B4-BE49-F238E27FC236}">
                <a16:creationId xmlns:a16="http://schemas.microsoft.com/office/drawing/2014/main" id="{C2E568C8-7EE1-52E2-BF25-5751C95FAD2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3" t="7550" r="-223" b="79640"/>
          <a:stretch>
            <a:fillRect/>
          </a:stretch>
        </p:blipFill>
        <p:spPr>
          <a:xfrm>
            <a:off x="223346" y="2363846"/>
            <a:ext cx="11745307" cy="18778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760900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EA2871-1310-24B7-D1F8-B539B41943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F55D42A4-44C3-86F5-7588-117D2D2BDF41}"/>
              </a:ext>
            </a:extLst>
          </p:cNvPr>
          <p:cNvSpPr/>
          <p:nvPr/>
        </p:nvSpPr>
        <p:spPr>
          <a:xfrm>
            <a:off x="0" y="0"/>
            <a:ext cx="12192000" cy="1012591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3200" b="1" dirty="0">
                <a:solidFill>
                  <a:schemeClr val="bg1"/>
                </a:solidFill>
              </a:rPr>
              <a:t>3</a:t>
            </a:r>
            <a:r>
              <a:rPr lang="en-US" sz="3200" b="1" noProof="0" dirty="0">
                <a:solidFill>
                  <a:schemeClr val="bg1"/>
                </a:solidFill>
              </a:rPr>
              <a:t>. Results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3B7DBB2-C729-3EFA-4F75-459400803CBA}"/>
              </a:ext>
            </a:extLst>
          </p:cNvPr>
          <p:cNvSpPr/>
          <p:nvPr/>
        </p:nvSpPr>
        <p:spPr>
          <a:xfrm>
            <a:off x="0" y="6498991"/>
            <a:ext cx="12192000" cy="359009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pic>
        <p:nvPicPr>
          <p:cNvPr id="8" name="Image 7" descr="F.INITIATIVES - Le Village by CA Aquitaine">
            <a:extLst>
              <a:ext uri="{FF2B5EF4-FFF2-40B4-BE49-F238E27FC236}">
                <a16:creationId xmlns:a16="http://schemas.microsoft.com/office/drawing/2014/main" id="{4C3C8A22-EC2B-30A9-86E6-43637491C2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58008" y="98490"/>
            <a:ext cx="1369396" cy="815610"/>
          </a:xfrm>
          <a:prstGeom prst="rect">
            <a:avLst/>
          </a:prstGeom>
        </p:spPr>
      </p:pic>
      <p:pic>
        <p:nvPicPr>
          <p:cNvPr id="3" name="Image 2">
            <a:extLst>
              <a:ext uri="{FF2B5EF4-FFF2-40B4-BE49-F238E27FC236}">
                <a16:creationId xmlns:a16="http://schemas.microsoft.com/office/drawing/2014/main" id="{DE7C6803-AB85-D2C8-4CF9-38C290176E5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481" b="58709"/>
          <a:stretch>
            <a:fillRect/>
          </a:stretch>
        </p:blipFill>
        <p:spPr>
          <a:xfrm>
            <a:off x="223346" y="2363846"/>
            <a:ext cx="11745307" cy="18778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09817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AEB11F-16D6-965D-1F74-5AF75221C0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418408DF-8A49-D044-0379-85A78BA6021E}"/>
              </a:ext>
            </a:extLst>
          </p:cNvPr>
          <p:cNvSpPr/>
          <p:nvPr/>
        </p:nvSpPr>
        <p:spPr>
          <a:xfrm>
            <a:off x="0" y="0"/>
            <a:ext cx="12192000" cy="1012591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3200" b="1" noProof="0" dirty="0">
                <a:solidFill>
                  <a:schemeClr val="bg1"/>
                </a:solidFill>
              </a:rPr>
              <a:t>4. Experiments (</a:t>
            </a:r>
            <a:r>
              <a:rPr lang="fr-FR" sz="3200" dirty="0"/>
              <a:t>One-shot in-</a:t>
            </a:r>
            <a:r>
              <a:rPr lang="fr-FR" sz="3200" dirty="0" err="1"/>
              <a:t>harness</a:t>
            </a:r>
            <a:r>
              <a:rPr lang="fr-FR" sz="3200" dirty="0"/>
              <a:t> </a:t>
            </a:r>
            <a:r>
              <a:rPr lang="fr-FR" sz="3200" dirty="0" err="1"/>
              <a:t>decision</a:t>
            </a:r>
            <a:r>
              <a:rPr lang="fr-FR" sz="3200" dirty="0"/>
              <a:t> </a:t>
            </a:r>
            <a:r>
              <a:rPr lang="fr-FR" sz="3200" dirty="0" err="1"/>
              <a:t>accuracy</a:t>
            </a:r>
            <a:r>
              <a:rPr lang="fr-FR" sz="3200" dirty="0"/>
              <a:t>)</a:t>
            </a:r>
            <a:r>
              <a:rPr lang="en-US" sz="3200" b="1" noProof="0" dirty="0">
                <a:solidFill>
                  <a:schemeClr val="bg1"/>
                </a:solidFill>
              </a:rPr>
              <a:t> 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FD794AB-547F-EF57-3F18-055B0A9DDA99}"/>
              </a:ext>
            </a:extLst>
          </p:cNvPr>
          <p:cNvSpPr/>
          <p:nvPr/>
        </p:nvSpPr>
        <p:spPr>
          <a:xfrm>
            <a:off x="0" y="6498991"/>
            <a:ext cx="12192000" cy="359009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pic>
        <p:nvPicPr>
          <p:cNvPr id="8" name="Image 7" descr="F.INITIATIVES - Le Village by CA Aquitaine">
            <a:extLst>
              <a:ext uri="{FF2B5EF4-FFF2-40B4-BE49-F238E27FC236}">
                <a16:creationId xmlns:a16="http://schemas.microsoft.com/office/drawing/2014/main" id="{44DB52DB-CBB0-C35C-B198-196ACBC3D9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58008" y="98490"/>
            <a:ext cx="1369396" cy="815610"/>
          </a:xfrm>
          <a:prstGeom prst="rect">
            <a:avLst/>
          </a:prstGeom>
        </p:spPr>
      </p:pic>
      <p:pic>
        <p:nvPicPr>
          <p:cNvPr id="13" name="Image 12">
            <a:extLst>
              <a:ext uri="{FF2B5EF4-FFF2-40B4-BE49-F238E27FC236}">
                <a16:creationId xmlns:a16="http://schemas.microsoft.com/office/drawing/2014/main" id="{9289567B-0912-7CC7-BEF7-5F497188D63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39240" y="1053667"/>
            <a:ext cx="8869428" cy="54453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57000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01BD91-1D6F-FCC0-B9BF-45C2C7A03B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5C0083BB-31EA-E9CB-5A7D-706493DB977C}"/>
              </a:ext>
            </a:extLst>
          </p:cNvPr>
          <p:cNvSpPr/>
          <p:nvPr/>
        </p:nvSpPr>
        <p:spPr>
          <a:xfrm>
            <a:off x="0" y="0"/>
            <a:ext cx="12192000" cy="1012591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3200" b="1" noProof="0" dirty="0">
                <a:solidFill>
                  <a:schemeClr val="bg1"/>
                </a:solidFill>
              </a:rPr>
              <a:t>4. Experiments (</a:t>
            </a:r>
            <a:r>
              <a:rPr lang="fr-FR" sz="3200" dirty="0"/>
              <a:t>One-shot in-</a:t>
            </a:r>
            <a:r>
              <a:rPr lang="fr-FR" sz="3200" dirty="0" err="1"/>
              <a:t>harness</a:t>
            </a:r>
            <a:r>
              <a:rPr lang="fr-FR" sz="3200" dirty="0"/>
              <a:t> </a:t>
            </a:r>
            <a:r>
              <a:rPr lang="fr-FR" sz="3200" dirty="0" err="1"/>
              <a:t>decision</a:t>
            </a:r>
            <a:r>
              <a:rPr lang="fr-FR" sz="3200" dirty="0"/>
              <a:t> </a:t>
            </a:r>
            <a:r>
              <a:rPr lang="fr-FR" sz="3200" dirty="0" err="1"/>
              <a:t>accuracy</a:t>
            </a:r>
            <a:r>
              <a:rPr lang="fr-FR" sz="3200" dirty="0"/>
              <a:t>)</a:t>
            </a:r>
            <a:r>
              <a:rPr lang="en-US" sz="3200" b="1" noProof="0" dirty="0">
                <a:solidFill>
                  <a:schemeClr val="bg1"/>
                </a:solidFill>
              </a:rPr>
              <a:t> 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85E6B67-0DC3-EEDB-8E60-BDE42DB47CCF}"/>
              </a:ext>
            </a:extLst>
          </p:cNvPr>
          <p:cNvSpPr/>
          <p:nvPr/>
        </p:nvSpPr>
        <p:spPr>
          <a:xfrm>
            <a:off x="0" y="6498991"/>
            <a:ext cx="12192000" cy="359009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pic>
        <p:nvPicPr>
          <p:cNvPr id="8" name="Image 7" descr="F.INITIATIVES - Le Village by CA Aquitaine">
            <a:extLst>
              <a:ext uri="{FF2B5EF4-FFF2-40B4-BE49-F238E27FC236}">
                <a16:creationId xmlns:a16="http://schemas.microsoft.com/office/drawing/2014/main" id="{67B8424D-58AF-3454-29F1-2CB8408DEA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58008" y="98490"/>
            <a:ext cx="1369396" cy="815610"/>
          </a:xfrm>
          <a:prstGeom prst="rect">
            <a:avLst/>
          </a:prstGeom>
        </p:spPr>
      </p:pic>
      <p:pic>
        <p:nvPicPr>
          <p:cNvPr id="13" name="Image 12">
            <a:extLst>
              <a:ext uri="{FF2B5EF4-FFF2-40B4-BE49-F238E27FC236}">
                <a16:creationId xmlns:a16="http://schemas.microsoft.com/office/drawing/2014/main" id="{6EFBDEBE-E71D-3394-A13B-EDB3866B99A2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5000"/>
          </a:blip>
          <a:stretch>
            <a:fillRect/>
          </a:stretch>
        </p:blipFill>
        <p:spPr>
          <a:xfrm>
            <a:off x="1539240" y="1053667"/>
            <a:ext cx="8869428" cy="5445324"/>
          </a:xfrm>
          <a:prstGeom prst="rect">
            <a:avLst/>
          </a:prstGeom>
        </p:spPr>
      </p:pic>
      <p:sp>
        <p:nvSpPr>
          <p:cNvPr id="3" name="ZoneTexte 2">
            <a:extLst>
              <a:ext uri="{FF2B5EF4-FFF2-40B4-BE49-F238E27FC236}">
                <a16:creationId xmlns:a16="http://schemas.microsoft.com/office/drawing/2014/main" id="{ED982ED6-D033-F685-0C52-89F6612DF968}"/>
              </a:ext>
            </a:extLst>
          </p:cNvPr>
          <p:cNvSpPr txBox="1"/>
          <p:nvPr/>
        </p:nvSpPr>
        <p:spPr>
          <a:xfrm>
            <a:off x="222542" y="2753423"/>
            <a:ext cx="11746915" cy="12311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ctr" fontAlgn="base">
              <a:buNone/>
            </a:pPr>
            <a:r>
              <a:rPr lang="fr-FR" sz="2800" b="1" dirty="0">
                <a:solidFill>
                  <a:srgbClr val="EE0000"/>
                </a:solidFill>
                <a:effectLst/>
              </a:rPr>
              <a:t>On </a:t>
            </a:r>
            <a:r>
              <a:rPr lang="fr-FR" sz="2800" b="1" dirty="0" err="1">
                <a:solidFill>
                  <a:srgbClr val="EE0000"/>
                </a:solidFill>
                <a:effectLst/>
              </a:rPr>
              <a:t>raw</a:t>
            </a:r>
            <a:r>
              <a:rPr lang="fr-FR" sz="2800" b="1" dirty="0">
                <a:solidFill>
                  <a:srgbClr val="EE0000"/>
                </a:solidFill>
                <a:effectLst/>
              </a:rPr>
              <a:t> </a:t>
            </a:r>
            <a:r>
              <a:rPr lang="fr-FR" sz="2800" b="1" dirty="0" err="1">
                <a:solidFill>
                  <a:srgbClr val="EE0000"/>
                </a:solidFill>
                <a:effectLst/>
              </a:rPr>
              <a:t>detection</a:t>
            </a:r>
            <a:r>
              <a:rPr lang="fr-FR" sz="2800" b="1" dirty="0">
                <a:solidFill>
                  <a:srgbClr val="EE0000"/>
                </a:solidFill>
                <a:effectLst/>
              </a:rPr>
              <a:t>, </a:t>
            </a:r>
            <a:r>
              <a:rPr lang="fr-FR" sz="2800" b="1" dirty="0" err="1">
                <a:solidFill>
                  <a:srgbClr val="EE0000"/>
                </a:solidFill>
                <a:effectLst/>
              </a:rPr>
              <a:t>models</a:t>
            </a:r>
            <a:r>
              <a:rPr lang="fr-FR" sz="2800" b="1" dirty="0">
                <a:solidFill>
                  <a:srgbClr val="EE0000"/>
                </a:solidFill>
                <a:effectLst/>
              </a:rPr>
              <a:t> </a:t>
            </a:r>
            <a:r>
              <a:rPr lang="fr-FR" sz="2800" b="1" dirty="0" err="1">
                <a:solidFill>
                  <a:srgbClr val="EE0000"/>
                </a:solidFill>
              </a:rPr>
              <a:t>perform</a:t>
            </a:r>
            <a:r>
              <a:rPr lang="fr-FR" sz="2800" b="1" dirty="0">
                <a:solidFill>
                  <a:srgbClr val="EE0000"/>
                </a:solidFill>
              </a:rPr>
              <a:t> as good as or </a:t>
            </a:r>
            <a:r>
              <a:rPr lang="fr-FR" sz="2800" b="1" dirty="0" err="1">
                <a:solidFill>
                  <a:srgbClr val="EE0000"/>
                </a:solidFill>
              </a:rPr>
              <a:t>mostly</a:t>
            </a:r>
            <a:r>
              <a:rPr lang="fr-FR" sz="2800" b="1" dirty="0">
                <a:solidFill>
                  <a:srgbClr val="EE0000"/>
                </a:solidFill>
              </a:rPr>
              <a:t> </a:t>
            </a:r>
            <a:r>
              <a:rPr lang="fr-FR" sz="2800" b="1" dirty="0" err="1">
                <a:solidFill>
                  <a:srgbClr val="EE0000"/>
                </a:solidFill>
                <a:effectLst/>
              </a:rPr>
              <a:t>better</a:t>
            </a:r>
            <a:r>
              <a:rPr lang="fr-FR" sz="2800" b="1" dirty="0">
                <a:solidFill>
                  <a:srgbClr val="EE0000"/>
                </a:solidFill>
                <a:effectLst/>
              </a:rPr>
              <a:t> </a:t>
            </a:r>
            <a:r>
              <a:rPr lang="fr-FR" sz="2800" b="1" dirty="0" err="1">
                <a:solidFill>
                  <a:srgbClr val="EE0000"/>
                </a:solidFill>
                <a:effectLst/>
              </a:rPr>
              <a:t>than</a:t>
            </a:r>
            <a:r>
              <a:rPr lang="fr-FR" sz="2800" b="1" dirty="0">
                <a:solidFill>
                  <a:srgbClr val="EE0000"/>
                </a:solidFill>
                <a:effectLst/>
              </a:rPr>
              <a:t> </a:t>
            </a:r>
            <a:r>
              <a:rPr lang="fr-FR" sz="2800" b="1" dirty="0" err="1">
                <a:solidFill>
                  <a:srgbClr val="EE0000"/>
                </a:solidFill>
                <a:effectLst/>
              </a:rPr>
              <a:t>humans</a:t>
            </a:r>
            <a:r>
              <a:rPr lang="fr-FR" sz="2800" b="1" dirty="0">
                <a:solidFill>
                  <a:srgbClr val="EE0000"/>
                </a:solidFill>
              </a:rPr>
              <a:t>.</a:t>
            </a:r>
            <a:br>
              <a:rPr lang="fr-FR" dirty="0">
                <a:effectLst/>
              </a:rPr>
            </a:b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55353114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AE98CE-CBAB-4D45-EF98-BDEAEA26A3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3C56AE85-0207-DA06-7ED8-667AE7721346}"/>
              </a:ext>
            </a:extLst>
          </p:cNvPr>
          <p:cNvSpPr/>
          <p:nvPr/>
        </p:nvSpPr>
        <p:spPr>
          <a:xfrm>
            <a:off x="0" y="0"/>
            <a:ext cx="12192000" cy="1012591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3200" b="1" noProof="0" dirty="0">
                <a:solidFill>
                  <a:schemeClr val="bg1"/>
                </a:solidFill>
              </a:rPr>
              <a:t>4. Experiments (</a:t>
            </a:r>
            <a:r>
              <a:rPr lang="fr-FR" sz="3200" dirty="0"/>
              <a:t>Finding </a:t>
            </a:r>
            <a:r>
              <a:rPr lang="fr-FR" sz="3200" dirty="0" err="1"/>
              <a:t>efficiency</a:t>
            </a:r>
            <a:r>
              <a:rPr lang="fr-FR" sz="3200" dirty="0"/>
              <a:t>)</a:t>
            </a:r>
            <a:r>
              <a:rPr lang="en-US" sz="3200" b="1" noProof="0" dirty="0">
                <a:solidFill>
                  <a:schemeClr val="bg1"/>
                </a:solidFill>
              </a:rPr>
              <a:t> 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9E2A37F-87FC-D306-84C4-217AAEB08FB3}"/>
              </a:ext>
            </a:extLst>
          </p:cNvPr>
          <p:cNvSpPr/>
          <p:nvPr/>
        </p:nvSpPr>
        <p:spPr>
          <a:xfrm>
            <a:off x="0" y="6498991"/>
            <a:ext cx="12192000" cy="359009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pic>
        <p:nvPicPr>
          <p:cNvPr id="8" name="Image 7" descr="F.INITIATIVES - Le Village by CA Aquitaine">
            <a:extLst>
              <a:ext uri="{FF2B5EF4-FFF2-40B4-BE49-F238E27FC236}">
                <a16:creationId xmlns:a16="http://schemas.microsoft.com/office/drawing/2014/main" id="{F2ABE68B-CB39-C75E-E03E-79F0A32896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58008" y="98490"/>
            <a:ext cx="1369396" cy="815610"/>
          </a:xfrm>
          <a:prstGeom prst="rect">
            <a:avLst/>
          </a:prstGeom>
        </p:spPr>
      </p:pic>
      <p:pic>
        <p:nvPicPr>
          <p:cNvPr id="5" name="Image 4">
            <a:extLst>
              <a:ext uri="{FF2B5EF4-FFF2-40B4-BE49-F238E27FC236}">
                <a16:creationId xmlns:a16="http://schemas.microsoft.com/office/drawing/2014/main" id="{C71A6CE9-40F0-70E5-2181-80B6A841A8E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812"/>
          <a:stretch>
            <a:fillRect/>
          </a:stretch>
        </p:blipFill>
        <p:spPr>
          <a:xfrm>
            <a:off x="1814721" y="1554045"/>
            <a:ext cx="9294077" cy="44034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798286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F95351-F112-7FFF-BE82-B21905B88E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EF35E885-C052-0B86-BB67-7F6433E3FFF3}"/>
              </a:ext>
            </a:extLst>
          </p:cNvPr>
          <p:cNvSpPr/>
          <p:nvPr/>
        </p:nvSpPr>
        <p:spPr>
          <a:xfrm>
            <a:off x="0" y="0"/>
            <a:ext cx="12192000" cy="1012591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3200" b="1" noProof="0" dirty="0">
                <a:solidFill>
                  <a:schemeClr val="bg1"/>
                </a:solidFill>
              </a:rPr>
              <a:t>4. Experiments (</a:t>
            </a:r>
            <a:r>
              <a:rPr lang="fr-FR" sz="3200" dirty="0"/>
              <a:t>Finding </a:t>
            </a:r>
            <a:r>
              <a:rPr lang="fr-FR" sz="3200" dirty="0" err="1"/>
              <a:t>efficiency</a:t>
            </a:r>
            <a:r>
              <a:rPr lang="fr-FR" sz="3200" dirty="0"/>
              <a:t>)</a:t>
            </a:r>
            <a:r>
              <a:rPr lang="en-US" sz="3200" b="1" noProof="0" dirty="0">
                <a:solidFill>
                  <a:schemeClr val="bg1"/>
                </a:solidFill>
              </a:rPr>
              <a:t> 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B1D0C0D-562B-D4EF-B470-D717C31D12B9}"/>
              </a:ext>
            </a:extLst>
          </p:cNvPr>
          <p:cNvSpPr/>
          <p:nvPr/>
        </p:nvSpPr>
        <p:spPr>
          <a:xfrm>
            <a:off x="0" y="6498991"/>
            <a:ext cx="12192000" cy="359009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pic>
        <p:nvPicPr>
          <p:cNvPr id="8" name="Image 7" descr="F.INITIATIVES - Le Village by CA Aquitaine">
            <a:extLst>
              <a:ext uri="{FF2B5EF4-FFF2-40B4-BE49-F238E27FC236}">
                <a16:creationId xmlns:a16="http://schemas.microsoft.com/office/drawing/2014/main" id="{F991F0AF-AF60-533D-CE75-5B373FE9B2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58008" y="98490"/>
            <a:ext cx="1369396" cy="815610"/>
          </a:xfrm>
          <a:prstGeom prst="rect">
            <a:avLst/>
          </a:prstGeom>
        </p:spPr>
      </p:pic>
      <p:pic>
        <p:nvPicPr>
          <p:cNvPr id="5" name="Image 4">
            <a:extLst>
              <a:ext uri="{FF2B5EF4-FFF2-40B4-BE49-F238E27FC236}">
                <a16:creationId xmlns:a16="http://schemas.microsoft.com/office/drawing/2014/main" id="{34C7D2BA-4DC9-7F2F-D97F-750E8EA75A77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812"/>
          <a:stretch>
            <a:fillRect/>
          </a:stretch>
        </p:blipFill>
        <p:spPr>
          <a:xfrm>
            <a:off x="1814721" y="1554045"/>
            <a:ext cx="9294077" cy="4403491"/>
          </a:xfrm>
          <a:prstGeom prst="rect">
            <a:avLst/>
          </a:prstGeom>
        </p:spPr>
      </p:pic>
      <p:sp>
        <p:nvSpPr>
          <p:cNvPr id="9" name="ZoneTexte 8">
            <a:extLst>
              <a:ext uri="{FF2B5EF4-FFF2-40B4-BE49-F238E27FC236}">
                <a16:creationId xmlns:a16="http://schemas.microsoft.com/office/drawing/2014/main" id="{D8006F1E-63E8-3516-7522-2B87A93582F9}"/>
              </a:ext>
            </a:extLst>
          </p:cNvPr>
          <p:cNvSpPr txBox="1"/>
          <p:nvPr/>
        </p:nvSpPr>
        <p:spPr>
          <a:xfrm>
            <a:off x="222542" y="2299430"/>
            <a:ext cx="11746915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fontAlgn="base"/>
            <a:endParaRPr lang="fr-FR" sz="4400" b="1" dirty="0">
              <a:solidFill>
                <a:srgbClr val="EE0000"/>
              </a:solidFill>
            </a:endParaRPr>
          </a:p>
          <a:p>
            <a:pPr algn="ctr" fontAlgn="base"/>
            <a:r>
              <a:rPr lang="fr-FR" sz="4400" b="1" dirty="0" err="1">
                <a:solidFill>
                  <a:srgbClr val="EE0000"/>
                </a:solidFill>
              </a:rPr>
              <a:t>Models</a:t>
            </a:r>
            <a:r>
              <a:rPr lang="fr-FR" sz="4400" b="1" dirty="0">
                <a:solidFill>
                  <a:srgbClr val="EE0000"/>
                </a:solidFill>
              </a:rPr>
              <a:t> have an </a:t>
            </a:r>
            <a:r>
              <a:rPr lang="fr-FR" sz="4400" b="1" dirty="0" err="1">
                <a:solidFill>
                  <a:srgbClr val="EE0000"/>
                </a:solidFill>
              </a:rPr>
              <a:t>efficiency</a:t>
            </a:r>
            <a:r>
              <a:rPr lang="fr-FR" sz="4400" b="1" dirty="0">
                <a:solidFill>
                  <a:srgbClr val="EE0000"/>
                </a:solidFill>
              </a:rPr>
              <a:t> </a:t>
            </a:r>
            <a:r>
              <a:rPr lang="fr-FR" sz="4400" b="1" dirty="0" err="1">
                <a:solidFill>
                  <a:srgbClr val="EE0000"/>
                </a:solidFill>
              </a:rPr>
              <a:t>advantage</a:t>
            </a:r>
            <a:r>
              <a:rPr lang="fr-FR" sz="4400" b="1" dirty="0">
                <a:solidFill>
                  <a:srgbClr val="EE0000"/>
                </a:solidFill>
              </a:rPr>
              <a:t>.</a:t>
            </a:r>
            <a:br>
              <a:rPr lang="fr-FR" sz="3200" b="1" dirty="0">
                <a:solidFill>
                  <a:srgbClr val="EE0000"/>
                </a:solidFill>
                <a:effectLst/>
              </a:rPr>
            </a:br>
            <a:endParaRPr lang="fr-FR" sz="3200" b="1" dirty="0">
              <a:solidFill>
                <a:srgbClr val="EE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2512339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91B604-7BA8-E5CB-6396-D2C83AFC9F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ABAA5020-72D6-D7A7-0235-DD82B09EFEB8}"/>
              </a:ext>
            </a:extLst>
          </p:cNvPr>
          <p:cNvSpPr/>
          <p:nvPr/>
        </p:nvSpPr>
        <p:spPr>
          <a:xfrm>
            <a:off x="0" y="0"/>
            <a:ext cx="12192000" cy="1012591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3200" b="1" noProof="0" dirty="0">
                <a:solidFill>
                  <a:schemeClr val="bg1"/>
                </a:solidFill>
              </a:rPr>
              <a:t>4. Experiments (</a:t>
            </a:r>
            <a:r>
              <a:rPr lang="fr-FR" sz="3200" dirty="0"/>
              <a:t>Gaze </a:t>
            </a:r>
            <a:r>
              <a:rPr lang="fr-FR" sz="3200" dirty="0" err="1"/>
              <a:t>dynamics</a:t>
            </a:r>
            <a:r>
              <a:rPr lang="fr-FR" sz="3200" dirty="0"/>
              <a:t>)</a:t>
            </a:r>
            <a:r>
              <a:rPr lang="en-US" sz="3200" b="1" noProof="0" dirty="0">
                <a:solidFill>
                  <a:schemeClr val="bg1"/>
                </a:solidFill>
              </a:rPr>
              <a:t> 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CD1AE0D-D60C-70EC-C167-082C89DEB4FB}"/>
              </a:ext>
            </a:extLst>
          </p:cNvPr>
          <p:cNvSpPr/>
          <p:nvPr/>
        </p:nvSpPr>
        <p:spPr>
          <a:xfrm>
            <a:off x="0" y="6498991"/>
            <a:ext cx="12192000" cy="359009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pic>
        <p:nvPicPr>
          <p:cNvPr id="8" name="Image 7" descr="F.INITIATIVES - Le Village by CA Aquitaine">
            <a:extLst>
              <a:ext uri="{FF2B5EF4-FFF2-40B4-BE49-F238E27FC236}">
                <a16:creationId xmlns:a16="http://schemas.microsoft.com/office/drawing/2014/main" id="{FF74C84D-87EC-1C9B-9A34-833AC119D2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58008" y="98490"/>
            <a:ext cx="1369396" cy="815610"/>
          </a:xfrm>
          <a:prstGeom prst="rect">
            <a:avLst/>
          </a:prstGeom>
        </p:spPr>
      </p:pic>
      <p:pic>
        <p:nvPicPr>
          <p:cNvPr id="3" name="Image 2">
            <a:extLst>
              <a:ext uri="{FF2B5EF4-FFF2-40B4-BE49-F238E27FC236}">
                <a16:creationId xmlns:a16="http://schemas.microsoft.com/office/drawing/2014/main" id="{95B0943F-D59A-164B-7752-B626F531096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012590"/>
            <a:ext cx="12192000" cy="51711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274018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159637-E66A-9312-9E9E-D1AA088D8C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AAFAE271-3027-427C-76ED-CE8EF9935DB2}"/>
              </a:ext>
            </a:extLst>
          </p:cNvPr>
          <p:cNvSpPr/>
          <p:nvPr/>
        </p:nvSpPr>
        <p:spPr>
          <a:xfrm>
            <a:off x="0" y="0"/>
            <a:ext cx="12192000" cy="1012591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3200" b="1" noProof="0" dirty="0">
                <a:solidFill>
                  <a:schemeClr val="bg1"/>
                </a:solidFill>
              </a:rPr>
              <a:t>4. Experiments (</a:t>
            </a:r>
            <a:r>
              <a:rPr lang="fr-FR" sz="3200" dirty="0"/>
              <a:t>Gaze </a:t>
            </a:r>
            <a:r>
              <a:rPr lang="fr-FR" sz="3200" dirty="0" err="1"/>
              <a:t>dynamics</a:t>
            </a:r>
            <a:r>
              <a:rPr lang="fr-FR" sz="3200" dirty="0"/>
              <a:t>)</a:t>
            </a:r>
            <a:r>
              <a:rPr lang="en-US" sz="3200" b="1" noProof="0" dirty="0">
                <a:solidFill>
                  <a:schemeClr val="bg1"/>
                </a:solidFill>
              </a:rPr>
              <a:t> 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F438500-EAEA-3E52-0ABD-5ABFBAD86158}"/>
              </a:ext>
            </a:extLst>
          </p:cNvPr>
          <p:cNvSpPr/>
          <p:nvPr/>
        </p:nvSpPr>
        <p:spPr>
          <a:xfrm>
            <a:off x="0" y="6498991"/>
            <a:ext cx="12192000" cy="359009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pic>
        <p:nvPicPr>
          <p:cNvPr id="8" name="Image 7" descr="F.INITIATIVES - Le Village by CA Aquitaine">
            <a:extLst>
              <a:ext uri="{FF2B5EF4-FFF2-40B4-BE49-F238E27FC236}">
                <a16:creationId xmlns:a16="http://schemas.microsoft.com/office/drawing/2014/main" id="{48C8B169-BA60-9D8D-6C86-2D3FCC73D4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58008" y="98490"/>
            <a:ext cx="1369396" cy="815610"/>
          </a:xfrm>
          <a:prstGeom prst="rect">
            <a:avLst/>
          </a:prstGeom>
        </p:spPr>
      </p:pic>
      <p:pic>
        <p:nvPicPr>
          <p:cNvPr id="3" name="Image 2">
            <a:extLst>
              <a:ext uri="{FF2B5EF4-FFF2-40B4-BE49-F238E27FC236}">
                <a16:creationId xmlns:a16="http://schemas.microsoft.com/office/drawing/2014/main" id="{8996FD21-E567-FE09-9A55-D9A7AA8DD34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1000" t="8166" b="9359"/>
          <a:stretch>
            <a:fillRect/>
          </a:stretch>
        </p:blipFill>
        <p:spPr>
          <a:xfrm>
            <a:off x="3025140" y="1012591"/>
            <a:ext cx="7475220" cy="53365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270908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218D7C-61CB-EDE1-742F-9B5DB3A9AE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7D9E6F6D-F565-8D97-59ED-43CABF0363FF}"/>
              </a:ext>
            </a:extLst>
          </p:cNvPr>
          <p:cNvSpPr/>
          <p:nvPr/>
        </p:nvSpPr>
        <p:spPr>
          <a:xfrm>
            <a:off x="0" y="0"/>
            <a:ext cx="12192000" cy="1012591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3200" b="1" noProof="0" dirty="0">
                <a:solidFill>
                  <a:schemeClr val="bg1"/>
                </a:solidFill>
              </a:rPr>
              <a:t>4. Experiments (</a:t>
            </a:r>
            <a:r>
              <a:rPr lang="fr-FR" sz="3200" dirty="0"/>
              <a:t>Gaze </a:t>
            </a:r>
            <a:r>
              <a:rPr lang="fr-FR" sz="3200" dirty="0" err="1"/>
              <a:t>dynamics</a:t>
            </a:r>
            <a:r>
              <a:rPr lang="fr-FR" sz="3200" dirty="0"/>
              <a:t>)</a:t>
            </a:r>
            <a:r>
              <a:rPr lang="en-US" sz="3200" b="1" noProof="0" dirty="0">
                <a:solidFill>
                  <a:schemeClr val="bg1"/>
                </a:solidFill>
              </a:rPr>
              <a:t> 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7008F8A-1CAC-E5F1-EEBF-689A3F0305A2}"/>
              </a:ext>
            </a:extLst>
          </p:cNvPr>
          <p:cNvSpPr/>
          <p:nvPr/>
        </p:nvSpPr>
        <p:spPr>
          <a:xfrm>
            <a:off x="0" y="6498991"/>
            <a:ext cx="12192000" cy="359009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pic>
        <p:nvPicPr>
          <p:cNvPr id="8" name="Image 7" descr="F.INITIATIVES - Le Village by CA Aquitaine">
            <a:extLst>
              <a:ext uri="{FF2B5EF4-FFF2-40B4-BE49-F238E27FC236}">
                <a16:creationId xmlns:a16="http://schemas.microsoft.com/office/drawing/2014/main" id="{C7B92A55-4C11-13F0-3CCC-B047CD5ACC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58008" y="98490"/>
            <a:ext cx="1369396" cy="815610"/>
          </a:xfrm>
          <a:prstGeom prst="rect">
            <a:avLst/>
          </a:prstGeom>
        </p:spPr>
      </p:pic>
      <p:pic>
        <p:nvPicPr>
          <p:cNvPr id="3" name="Image 2">
            <a:extLst>
              <a:ext uri="{FF2B5EF4-FFF2-40B4-BE49-F238E27FC236}">
                <a16:creationId xmlns:a16="http://schemas.microsoft.com/office/drawing/2014/main" id="{91E6F8B0-B959-27AB-3BB0-DF6450CD745D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1000" t="8166" b="9359"/>
          <a:stretch>
            <a:fillRect/>
          </a:stretch>
        </p:blipFill>
        <p:spPr>
          <a:xfrm>
            <a:off x="3025140" y="1012591"/>
            <a:ext cx="7475220" cy="5336533"/>
          </a:xfrm>
          <a:prstGeom prst="rect">
            <a:avLst/>
          </a:prstGeom>
        </p:spPr>
      </p:pic>
      <p:sp>
        <p:nvSpPr>
          <p:cNvPr id="5" name="ZoneTexte 4">
            <a:extLst>
              <a:ext uri="{FF2B5EF4-FFF2-40B4-BE49-F238E27FC236}">
                <a16:creationId xmlns:a16="http://schemas.microsoft.com/office/drawing/2014/main" id="{36ED5832-5C89-D7DB-0FC4-94F5AF68E506}"/>
              </a:ext>
            </a:extLst>
          </p:cNvPr>
          <p:cNvSpPr txBox="1"/>
          <p:nvPr/>
        </p:nvSpPr>
        <p:spPr>
          <a:xfrm>
            <a:off x="222542" y="2299430"/>
            <a:ext cx="11746915" cy="2123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fontAlgn="base"/>
            <a:endParaRPr lang="fr-FR" sz="4400" b="1" dirty="0">
              <a:solidFill>
                <a:srgbClr val="EE0000"/>
              </a:solidFill>
            </a:endParaRPr>
          </a:p>
          <a:p>
            <a:pPr algn="ctr" fontAlgn="base"/>
            <a:r>
              <a:rPr lang="fr-FR" sz="4400" b="1" dirty="0" err="1">
                <a:solidFill>
                  <a:srgbClr val="EE0000"/>
                </a:solidFill>
              </a:rPr>
              <a:t>Models</a:t>
            </a:r>
            <a:r>
              <a:rPr lang="fr-FR" sz="4400" b="1" dirty="0">
                <a:solidFill>
                  <a:srgbClr val="EE0000"/>
                </a:solidFill>
              </a:rPr>
              <a:t> </a:t>
            </a:r>
            <a:r>
              <a:rPr lang="fr-FR" sz="4400" b="1" dirty="0" err="1">
                <a:solidFill>
                  <a:srgbClr val="EE0000"/>
                </a:solidFill>
              </a:rPr>
              <a:t>agree</a:t>
            </a:r>
            <a:r>
              <a:rPr lang="fr-FR" sz="4400" b="1" dirty="0">
                <a:solidFill>
                  <a:srgbClr val="EE0000"/>
                </a:solidFill>
              </a:rPr>
              <a:t> </a:t>
            </a:r>
            <a:r>
              <a:rPr lang="fr-FR" sz="4400" b="1" dirty="0" err="1">
                <a:solidFill>
                  <a:srgbClr val="EE0000"/>
                </a:solidFill>
              </a:rPr>
              <a:t>with</a:t>
            </a:r>
            <a:r>
              <a:rPr lang="fr-FR" sz="4400" b="1" dirty="0">
                <a:solidFill>
                  <a:srgbClr val="EE0000"/>
                </a:solidFill>
              </a:rPr>
              <a:t> </a:t>
            </a:r>
            <a:r>
              <a:rPr lang="fr-FR" sz="4400" b="1" dirty="0" err="1">
                <a:solidFill>
                  <a:srgbClr val="EE0000"/>
                </a:solidFill>
              </a:rPr>
              <a:t>themselves</a:t>
            </a:r>
            <a:r>
              <a:rPr lang="fr-FR" sz="4400" b="1" dirty="0">
                <a:solidFill>
                  <a:srgbClr val="EE0000"/>
                </a:solidFill>
              </a:rPr>
              <a:t> more </a:t>
            </a:r>
            <a:r>
              <a:rPr lang="fr-FR" sz="4400" b="1" dirty="0" err="1">
                <a:solidFill>
                  <a:srgbClr val="EE0000"/>
                </a:solidFill>
              </a:rPr>
              <a:t>than</a:t>
            </a:r>
            <a:r>
              <a:rPr lang="fr-FR" sz="4400" b="1" dirty="0">
                <a:solidFill>
                  <a:srgbClr val="EE0000"/>
                </a:solidFill>
              </a:rPr>
              <a:t> </a:t>
            </a:r>
            <a:r>
              <a:rPr lang="fr-FR" sz="4400" b="1" dirty="0" err="1">
                <a:solidFill>
                  <a:srgbClr val="EE0000"/>
                </a:solidFill>
              </a:rPr>
              <a:t>humans</a:t>
            </a:r>
            <a:endParaRPr lang="fr-FR" sz="3200" b="1" dirty="0">
              <a:solidFill>
                <a:srgbClr val="EE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4860310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56F9D6-19DA-6E77-44C5-36500E5DB9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C21A5E42-6570-80E1-4C4D-68AA1C2E262A}"/>
              </a:ext>
            </a:extLst>
          </p:cNvPr>
          <p:cNvSpPr/>
          <p:nvPr/>
        </p:nvSpPr>
        <p:spPr>
          <a:xfrm>
            <a:off x="0" y="0"/>
            <a:ext cx="12192000" cy="1012591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3200" b="1" noProof="0" dirty="0">
                <a:solidFill>
                  <a:schemeClr val="bg1"/>
                </a:solidFill>
              </a:rPr>
              <a:t>4. Experiments (</a:t>
            </a:r>
            <a:r>
              <a:rPr lang="fr-FR" sz="3200" dirty="0"/>
              <a:t>Gaze </a:t>
            </a:r>
            <a:r>
              <a:rPr lang="fr-FR" sz="3200" dirty="0" err="1"/>
              <a:t>dynamics</a:t>
            </a:r>
            <a:r>
              <a:rPr lang="fr-FR" sz="3200" dirty="0"/>
              <a:t>)</a:t>
            </a:r>
            <a:r>
              <a:rPr lang="en-US" sz="3200" b="1" noProof="0" dirty="0">
                <a:solidFill>
                  <a:schemeClr val="bg1"/>
                </a:solidFill>
              </a:rPr>
              <a:t> 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6EE2F25-D647-FECA-096B-9F044C872201}"/>
              </a:ext>
            </a:extLst>
          </p:cNvPr>
          <p:cNvSpPr/>
          <p:nvPr/>
        </p:nvSpPr>
        <p:spPr>
          <a:xfrm>
            <a:off x="0" y="6498991"/>
            <a:ext cx="12192000" cy="359009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pic>
        <p:nvPicPr>
          <p:cNvPr id="8" name="Image 7" descr="F.INITIATIVES - Le Village by CA Aquitaine">
            <a:extLst>
              <a:ext uri="{FF2B5EF4-FFF2-40B4-BE49-F238E27FC236}">
                <a16:creationId xmlns:a16="http://schemas.microsoft.com/office/drawing/2014/main" id="{6453A3B1-36B7-90E0-28C5-92DD78DBDC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58008" y="98490"/>
            <a:ext cx="1369396" cy="815610"/>
          </a:xfrm>
          <a:prstGeom prst="rect">
            <a:avLst/>
          </a:prstGeom>
        </p:spPr>
      </p:pic>
      <p:pic>
        <p:nvPicPr>
          <p:cNvPr id="3" name="Image 2">
            <a:extLst>
              <a:ext uri="{FF2B5EF4-FFF2-40B4-BE49-F238E27FC236}">
                <a16:creationId xmlns:a16="http://schemas.microsoft.com/office/drawing/2014/main" id="{DEB0333F-6187-24A4-A389-650FA176FDA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51" t="8260" r="50250" b="9265"/>
          <a:stretch>
            <a:fillRect/>
          </a:stretch>
        </p:blipFill>
        <p:spPr>
          <a:xfrm>
            <a:off x="2208931" y="1162458"/>
            <a:ext cx="7475220" cy="53365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326586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AECCD3-0BF4-D1A1-F9F8-3023DBD5CA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22D10CED-AC10-0749-55C6-0D91BEEBDB6E}"/>
              </a:ext>
            </a:extLst>
          </p:cNvPr>
          <p:cNvSpPr/>
          <p:nvPr/>
        </p:nvSpPr>
        <p:spPr>
          <a:xfrm>
            <a:off x="0" y="0"/>
            <a:ext cx="12192000" cy="1012591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3200" b="1" noProof="0" dirty="0">
                <a:solidFill>
                  <a:schemeClr val="bg1"/>
                </a:solidFill>
              </a:rPr>
              <a:t>4. Experiments (</a:t>
            </a:r>
            <a:r>
              <a:rPr lang="fr-FR" sz="3200" dirty="0"/>
              <a:t>Gaze </a:t>
            </a:r>
            <a:r>
              <a:rPr lang="fr-FR" sz="3200" dirty="0" err="1"/>
              <a:t>dynamics</a:t>
            </a:r>
            <a:r>
              <a:rPr lang="fr-FR" sz="3200" dirty="0"/>
              <a:t>)</a:t>
            </a:r>
            <a:r>
              <a:rPr lang="en-US" sz="3200" b="1" noProof="0" dirty="0">
                <a:solidFill>
                  <a:schemeClr val="bg1"/>
                </a:solidFill>
              </a:rPr>
              <a:t> 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E4C0E43-D591-B98A-76ED-E768D92F2731}"/>
              </a:ext>
            </a:extLst>
          </p:cNvPr>
          <p:cNvSpPr/>
          <p:nvPr/>
        </p:nvSpPr>
        <p:spPr>
          <a:xfrm>
            <a:off x="0" y="6498991"/>
            <a:ext cx="12192000" cy="359009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pic>
        <p:nvPicPr>
          <p:cNvPr id="8" name="Image 7" descr="F.INITIATIVES - Le Village by CA Aquitaine">
            <a:extLst>
              <a:ext uri="{FF2B5EF4-FFF2-40B4-BE49-F238E27FC236}">
                <a16:creationId xmlns:a16="http://schemas.microsoft.com/office/drawing/2014/main" id="{B07E0FBF-B65A-5B94-1101-7546FBFAF8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58008" y="98490"/>
            <a:ext cx="1369396" cy="815610"/>
          </a:xfrm>
          <a:prstGeom prst="rect">
            <a:avLst/>
          </a:prstGeom>
        </p:spPr>
      </p:pic>
      <p:pic>
        <p:nvPicPr>
          <p:cNvPr id="3" name="Image 2">
            <a:extLst>
              <a:ext uri="{FF2B5EF4-FFF2-40B4-BE49-F238E27FC236}">
                <a16:creationId xmlns:a16="http://schemas.microsoft.com/office/drawing/2014/main" id="{AF603F0B-DF59-1356-40B5-9BCC09E0AEFC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51" t="8260" r="50250" b="9265"/>
          <a:stretch>
            <a:fillRect/>
          </a:stretch>
        </p:blipFill>
        <p:spPr>
          <a:xfrm>
            <a:off x="2208931" y="1162458"/>
            <a:ext cx="7475220" cy="5336533"/>
          </a:xfrm>
          <a:prstGeom prst="rect">
            <a:avLst/>
          </a:prstGeom>
        </p:spPr>
      </p:pic>
      <p:sp>
        <p:nvSpPr>
          <p:cNvPr id="5" name="ZoneTexte 4">
            <a:extLst>
              <a:ext uri="{FF2B5EF4-FFF2-40B4-BE49-F238E27FC236}">
                <a16:creationId xmlns:a16="http://schemas.microsoft.com/office/drawing/2014/main" id="{B91919BF-6F1C-1077-7DDE-DF9C255B9D6E}"/>
              </a:ext>
            </a:extLst>
          </p:cNvPr>
          <p:cNvSpPr txBox="1"/>
          <p:nvPr/>
        </p:nvSpPr>
        <p:spPr>
          <a:xfrm>
            <a:off x="222542" y="2299430"/>
            <a:ext cx="11746915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fontAlgn="base"/>
            <a:r>
              <a:rPr lang="fr-FR" sz="4400" b="1" dirty="0">
                <a:solidFill>
                  <a:srgbClr val="EE0000"/>
                </a:solidFill>
              </a:rPr>
              <a:t>The gaze process </a:t>
            </a:r>
            <a:r>
              <a:rPr lang="fr-FR" sz="4400" b="1" dirty="0" err="1">
                <a:solidFill>
                  <a:srgbClr val="EE0000"/>
                </a:solidFill>
              </a:rPr>
              <a:t>is</a:t>
            </a:r>
            <a:r>
              <a:rPr lang="fr-FR" sz="4400" b="1" dirty="0">
                <a:solidFill>
                  <a:srgbClr val="EE0000"/>
                </a:solidFill>
              </a:rPr>
              <a:t> not </a:t>
            </a:r>
            <a:r>
              <a:rPr lang="fr-FR" sz="4400" b="1" dirty="0" err="1">
                <a:solidFill>
                  <a:srgbClr val="EE0000"/>
                </a:solidFill>
              </a:rPr>
              <a:t>human</a:t>
            </a:r>
            <a:r>
              <a:rPr lang="fr-FR" sz="4400" b="1" dirty="0">
                <a:solidFill>
                  <a:srgbClr val="EE0000"/>
                </a:solidFill>
              </a:rPr>
              <a:t>, </a:t>
            </a:r>
            <a:r>
              <a:rPr lang="fr-FR" sz="4400" b="1" dirty="0" err="1">
                <a:solidFill>
                  <a:srgbClr val="EE0000"/>
                </a:solidFill>
              </a:rPr>
              <a:t>even</a:t>
            </a:r>
            <a:r>
              <a:rPr lang="fr-FR" sz="4400" b="1" dirty="0">
                <a:solidFill>
                  <a:srgbClr val="EE0000"/>
                </a:solidFill>
              </a:rPr>
              <a:t> </a:t>
            </a:r>
            <a:r>
              <a:rPr lang="fr-FR" sz="4400" b="1" dirty="0" err="1">
                <a:solidFill>
                  <a:srgbClr val="EE0000"/>
                </a:solidFill>
              </a:rPr>
              <a:t>though</a:t>
            </a:r>
            <a:r>
              <a:rPr lang="fr-FR" sz="4400" b="1" dirty="0">
                <a:solidFill>
                  <a:srgbClr val="EE0000"/>
                </a:solidFill>
              </a:rPr>
              <a:t> </a:t>
            </a:r>
            <a:r>
              <a:rPr lang="fr-FR" sz="4400" b="1" dirty="0" err="1">
                <a:solidFill>
                  <a:srgbClr val="EE0000"/>
                </a:solidFill>
              </a:rPr>
              <a:t>outcomes</a:t>
            </a:r>
            <a:r>
              <a:rPr lang="fr-FR" sz="4400" b="1" dirty="0">
                <a:solidFill>
                  <a:srgbClr val="EE0000"/>
                </a:solidFill>
              </a:rPr>
              <a:t> are.</a:t>
            </a:r>
            <a:endParaRPr lang="fr-FR" sz="3200" b="1" dirty="0">
              <a:solidFill>
                <a:srgbClr val="EE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4421350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B9A20E-045D-40B7-2EAD-418FF03A99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48144CFE-B44D-0290-EDA9-CF7C8BAD2D3E}"/>
              </a:ext>
            </a:extLst>
          </p:cNvPr>
          <p:cNvSpPr/>
          <p:nvPr/>
        </p:nvSpPr>
        <p:spPr>
          <a:xfrm>
            <a:off x="0" y="0"/>
            <a:ext cx="12192000" cy="1012591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3200" b="1" noProof="0" dirty="0">
                <a:solidFill>
                  <a:schemeClr val="bg1"/>
                </a:solidFill>
              </a:rPr>
              <a:t>4. Experiments (</a:t>
            </a:r>
            <a:r>
              <a:rPr lang="fr-FR" sz="3200" dirty="0" err="1"/>
              <a:t>Degradation</a:t>
            </a:r>
            <a:r>
              <a:rPr lang="fr-FR" sz="3200" dirty="0"/>
              <a:t> </a:t>
            </a:r>
            <a:r>
              <a:rPr lang="fr-FR" sz="3200" dirty="0" err="1"/>
              <a:t>sweep</a:t>
            </a:r>
            <a:r>
              <a:rPr lang="fr-FR" sz="3200" dirty="0"/>
              <a:t>)</a:t>
            </a:r>
            <a:r>
              <a:rPr lang="en-US" sz="3200" b="1" noProof="0" dirty="0">
                <a:solidFill>
                  <a:schemeClr val="bg1"/>
                </a:solidFill>
              </a:rPr>
              <a:t> 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CAC8043-E128-2027-3DF5-4D4D577E3DB7}"/>
              </a:ext>
            </a:extLst>
          </p:cNvPr>
          <p:cNvSpPr/>
          <p:nvPr/>
        </p:nvSpPr>
        <p:spPr>
          <a:xfrm>
            <a:off x="0" y="6498991"/>
            <a:ext cx="12192000" cy="359009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pic>
        <p:nvPicPr>
          <p:cNvPr id="8" name="Image 7" descr="F.INITIATIVES - Le Village by CA Aquitaine">
            <a:extLst>
              <a:ext uri="{FF2B5EF4-FFF2-40B4-BE49-F238E27FC236}">
                <a16:creationId xmlns:a16="http://schemas.microsoft.com/office/drawing/2014/main" id="{E3C14456-BCAA-3250-C3D5-D83E046372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58008" y="98490"/>
            <a:ext cx="1369396" cy="815610"/>
          </a:xfrm>
          <a:prstGeom prst="rect">
            <a:avLst/>
          </a:prstGeom>
        </p:spPr>
      </p:pic>
      <p:pic>
        <p:nvPicPr>
          <p:cNvPr id="7" name="Image 6">
            <a:extLst>
              <a:ext uri="{FF2B5EF4-FFF2-40B4-BE49-F238E27FC236}">
                <a16:creationId xmlns:a16="http://schemas.microsoft.com/office/drawing/2014/main" id="{18360364-26D5-86BB-3FCE-AFE0D9D1FE6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012590"/>
            <a:ext cx="12192000" cy="52639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455907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ECC90E-5B65-3169-E406-806A39BEF6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EBAEC257-FEAA-674E-6B63-75747FC8E2DD}"/>
              </a:ext>
            </a:extLst>
          </p:cNvPr>
          <p:cNvSpPr/>
          <p:nvPr/>
        </p:nvSpPr>
        <p:spPr>
          <a:xfrm>
            <a:off x="0" y="0"/>
            <a:ext cx="12192000" cy="1012591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3200" b="1" noProof="0" dirty="0">
                <a:solidFill>
                  <a:schemeClr val="bg1"/>
                </a:solidFill>
              </a:rPr>
              <a:t>4. Experiments (</a:t>
            </a:r>
            <a:r>
              <a:rPr lang="fr-FR" sz="3200" dirty="0" err="1"/>
              <a:t>Degradation</a:t>
            </a:r>
            <a:r>
              <a:rPr lang="fr-FR" sz="3200" dirty="0"/>
              <a:t> </a:t>
            </a:r>
            <a:r>
              <a:rPr lang="fr-FR" sz="3200" dirty="0" err="1"/>
              <a:t>sweep</a:t>
            </a:r>
            <a:r>
              <a:rPr lang="fr-FR" sz="3200" dirty="0"/>
              <a:t>)</a:t>
            </a:r>
            <a:r>
              <a:rPr lang="en-US" sz="3200" b="1" noProof="0" dirty="0">
                <a:solidFill>
                  <a:schemeClr val="bg1"/>
                </a:solidFill>
              </a:rPr>
              <a:t> 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8B1A439-98BC-E6E4-8952-CE28F581E446}"/>
              </a:ext>
            </a:extLst>
          </p:cNvPr>
          <p:cNvSpPr/>
          <p:nvPr/>
        </p:nvSpPr>
        <p:spPr>
          <a:xfrm>
            <a:off x="0" y="6498991"/>
            <a:ext cx="12192000" cy="359009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pic>
        <p:nvPicPr>
          <p:cNvPr id="8" name="Image 7" descr="F.INITIATIVES - Le Village by CA Aquitaine">
            <a:extLst>
              <a:ext uri="{FF2B5EF4-FFF2-40B4-BE49-F238E27FC236}">
                <a16:creationId xmlns:a16="http://schemas.microsoft.com/office/drawing/2014/main" id="{91ACAD6E-C045-A7D0-F4A0-60D3224F770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58008" y="98490"/>
            <a:ext cx="1369396" cy="815610"/>
          </a:xfrm>
          <a:prstGeom prst="rect">
            <a:avLst/>
          </a:prstGeom>
        </p:spPr>
      </p:pic>
      <p:pic>
        <p:nvPicPr>
          <p:cNvPr id="7" name="Image 6">
            <a:extLst>
              <a:ext uri="{FF2B5EF4-FFF2-40B4-BE49-F238E27FC236}">
                <a16:creationId xmlns:a16="http://schemas.microsoft.com/office/drawing/2014/main" id="{0CE39842-6700-F2A0-16B6-D33DF1BC3DE7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012590"/>
            <a:ext cx="12192000" cy="5263945"/>
          </a:xfrm>
          <a:prstGeom prst="rect">
            <a:avLst/>
          </a:prstGeom>
        </p:spPr>
      </p:pic>
      <p:sp>
        <p:nvSpPr>
          <p:cNvPr id="3" name="ZoneTexte 2">
            <a:extLst>
              <a:ext uri="{FF2B5EF4-FFF2-40B4-BE49-F238E27FC236}">
                <a16:creationId xmlns:a16="http://schemas.microsoft.com/office/drawing/2014/main" id="{78986449-CB80-F719-52B0-2A9344475A89}"/>
              </a:ext>
            </a:extLst>
          </p:cNvPr>
          <p:cNvSpPr txBox="1"/>
          <p:nvPr/>
        </p:nvSpPr>
        <p:spPr>
          <a:xfrm>
            <a:off x="265501" y="2526495"/>
            <a:ext cx="11746915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fontAlgn="base"/>
            <a:r>
              <a:rPr lang="fr-FR" sz="4400" b="1" dirty="0">
                <a:solidFill>
                  <a:srgbClr val="EE0000"/>
                </a:solidFill>
              </a:rPr>
              <a:t>No </a:t>
            </a:r>
            <a:r>
              <a:rPr lang="fr-FR" sz="4400" b="1" dirty="0" err="1">
                <a:solidFill>
                  <a:srgbClr val="EE0000"/>
                </a:solidFill>
              </a:rPr>
              <a:t>amount</a:t>
            </a:r>
            <a:r>
              <a:rPr lang="fr-FR" sz="4400" b="1" dirty="0">
                <a:solidFill>
                  <a:srgbClr val="EE0000"/>
                </a:solidFill>
              </a:rPr>
              <a:t> of </a:t>
            </a:r>
            <a:r>
              <a:rPr lang="fr-FR" sz="4400" b="1" dirty="0" err="1">
                <a:solidFill>
                  <a:srgbClr val="EE0000"/>
                </a:solidFill>
              </a:rPr>
              <a:t>degradation</a:t>
            </a:r>
            <a:r>
              <a:rPr lang="fr-FR" sz="4400" b="1" dirty="0">
                <a:solidFill>
                  <a:srgbClr val="EE0000"/>
                </a:solidFill>
              </a:rPr>
              <a:t> </a:t>
            </a:r>
            <a:r>
              <a:rPr lang="fr-FR" sz="4400" b="1" dirty="0" err="1">
                <a:solidFill>
                  <a:srgbClr val="EE0000"/>
                </a:solidFill>
              </a:rPr>
              <a:t>recovers</a:t>
            </a:r>
            <a:r>
              <a:rPr lang="fr-FR" sz="4400" b="1" dirty="0">
                <a:solidFill>
                  <a:srgbClr val="EE0000"/>
                </a:solidFill>
              </a:rPr>
              <a:t> a </a:t>
            </a:r>
            <a:r>
              <a:rPr lang="fr-FR" sz="4400" b="1" dirty="0" err="1">
                <a:solidFill>
                  <a:srgbClr val="EE0000"/>
                </a:solidFill>
              </a:rPr>
              <a:t>human</a:t>
            </a:r>
            <a:r>
              <a:rPr lang="fr-FR" sz="4400" b="1" dirty="0">
                <a:solidFill>
                  <a:srgbClr val="EE0000"/>
                </a:solidFill>
              </a:rPr>
              <a:t>-like </a:t>
            </a:r>
            <a:r>
              <a:rPr lang="fr-FR" sz="4400" b="1" dirty="0" err="1">
                <a:solidFill>
                  <a:srgbClr val="EE0000"/>
                </a:solidFill>
              </a:rPr>
              <a:t>characteristics</a:t>
            </a:r>
            <a:r>
              <a:rPr lang="fr-FR" sz="4400" b="1" dirty="0">
                <a:solidFill>
                  <a:srgbClr val="EE0000"/>
                </a:solidFill>
              </a:rPr>
              <a:t> of the </a:t>
            </a:r>
            <a:r>
              <a:rPr lang="fr-FR" sz="4400" b="1" dirty="0" err="1">
                <a:solidFill>
                  <a:srgbClr val="EE0000"/>
                </a:solidFill>
              </a:rPr>
              <a:t>visual</a:t>
            </a:r>
            <a:r>
              <a:rPr lang="fr-FR" sz="4400" b="1" dirty="0">
                <a:solidFill>
                  <a:srgbClr val="EE0000"/>
                </a:solidFill>
              </a:rPr>
              <a:t> </a:t>
            </a:r>
            <a:r>
              <a:rPr lang="fr-FR" sz="4400" b="1" dirty="0" err="1">
                <a:solidFill>
                  <a:srgbClr val="EE0000"/>
                </a:solidFill>
              </a:rPr>
              <a:t>behaviour</a:t>
            </a:r>
            <a:endParaRPr lang="fr-FR" sz="3200" b="1" dirty="0">
              <a:solidFill>
                <a:srgbClr val="EE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3780696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A43F00-7162-3D71-D57A-0AB27A69C6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83DDDC42-8DDF-2F46-5FEE-0DC83D4588CF}"/>
              </a:ext>
            </a:extLst>
          </p:cNvPr>
          <p:cNvSpPr/>
          <p:nvPr/>
        </p:nvSpPr>
        <p:spPr>
          <a:xfrm>
            <a:off x="0" y="0"/>
            <a:ext cx="12192000" cy="1012591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3200" b="1" noProof="0" dirty="0">
                <a:solidFill>
                  <a:schemeClr val="bg1"/>
                </a:solidFill>
              </a:rPr>
              <a:t>4. Experiments (</a:t>
            </a:r>
            <a:r>
              <a:rPr lang="fr-FR" sz="3200" dirty="0"/>
              <a:t>Failure mode </a:t>
            </a:r>
            <a:r>
              <a:rPr lang="fr-FR" sz="3200" dirty="0" err="1"/>
              <a:t>under</a:t>
            </a:r>
            <a:r>
              <a:rPr lang="fr-FR" sz="3200" dirty="0"/>
              <a:t> </a:t>
            </a:r>
            <a:r>
              <a:rPr lang="fr-FR" sz="3200" dirty="0" err="1"/>
              <a:t>severe</a:t>
            </a:r>
            <a:r>
              <a:rPr lang="fr-FR" sz="3200" dirty="0"/>
              <a:t> </a:t>
            </a:r>
            <a:r>
              <a:rPr lang="fr-FR" sz="3200" dirty="0" err="1"/>
              <a:t>degradation</a:t>
            </a:r>
            <a:r>
              <a:rPr lang="fr-FR" sz="3200" dirty="0"/>
              <a:t>)</a:t>
            </a:r>
            <a:r>
              <a:rPr lang="en-US" sz="3200" b="1" noProof="0" dirty="0">
                <a:solidFill>
                  <a:schemeClr val="bg1"/>
                </a:solidFill>
              </a:rPr>
              <a:t> 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A5A368D-C0C5-CA32-5328-5B8C0609BEF8}"/>
              </a:ext>
            </a:extLst>
          </p:cNvPr>
          <p:cNvSpPr/>
          <p:nvPr/>
        </p:nvSpPr>
        <p:spPr>
          <a:xfrm>
            <a:off x="0" y="6498991"/>
            <a:ext cx="12192000" cy="359009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pic>
        <p:nvPicPr>
          <p:cNvPr id="8" name="Image 7" descr="F.INITIATIVES - Le Village by CA Aquitaine">
            <a:extLst>
              <a:ext uri="{FF2B5EF4-FFF2-40B4-BE49-F238E27FC236}">
                <a16:creationId xmlns:a16="http://schemas.microsoft.com/office/drawing/2014/main" id="{45F0EE01-A848-048D-9643-022DAB524F6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58008" y="98490"/>
            <a:ext cx="1369396" cy="815610"/>
          </a:xfrm>
          <a:prstGeom prst="rect">
            <a:avLst/>
          </a:prstGeom>
        </p:spPr>
      </p:pic>
      <p:pic>
        <p:nvPicPr>
          <p:cNvPr id="5" name="Image 4">
            <a:extLst>
              <a:ext uri="{FF2B5EF4-FFF2-40B4-BE49-F238E27FC236}">
                <a16:creationId xmlns:a16="http://schemas.microsoft.com/office/drawing/2014/main" id="{5DEC2670-74EF-BB40-3D82-AAC3106976C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9331" y="1072601"/>
            <a:ext cx="9575464" cy="51297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826060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6F6DC7-AFC7-DFEE-CFC0-E969AB185E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E43097EA-0CE1-035A-554C-240E52705717}"/>
              </a:ext>
            </a:extLst>
          </p:cNvPr>
          <p:cNvSpPr/>
          <p:nvPr/>
        </p:nvSpPr>
        <p:spPr>
          <a:xfrm>
            <a:off x="0" y="0"/>
            <a:ext cx="12192000" cy="1012591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3200" b="1" noProof="0" dirty="0">
                <a:solidFill>
                  <a:schemeClr val="bg1"/>
                </a:solidFill>
              </a:rPr>
              <a:t>4. Experiments (</a:t>
            </a:r>
            <a:r>
              <a:rPr lang="fr-FR" sz="3200" dirty="0"/>
              <a:t>Failure mode </a:t>
            </a:r>
            <a:r>
              <a:rPr lang="fr-FR" sz="3200" dirty="0" err="1"/>
              <a:t>under</a:t>
            </a:r>
            <a:r>
              <a:rPr lang="fr-FR" sz="3200" dirty="0"/>
              <a:t> </a:t>
            </a:r>
            <a:r>
              <a:rPr lang="fr-FR" sz="3200" dirty="0" err="1"/>
              <a:t>severe</a:t>
            </a:r>
            <a:r>
              <a:rPr lang="fr-FR" sz="3200" dirty="0"/>
              <a:t> </a:t>
            </a:r>
            <a:r>
              <a:rPr lang="fr-FR" sz="3200" dirty="0" err="1"/>
              <a:t>degradation</a:t>
            </a:r>
            <a:r>
              <a:rPr lang="fr-FR" sz="3200" dirty="0"/>
              <a:t>)</a:t>
            </a:r>
            <a:r>
              <a:rPr lang="en-US" sz="3200" b="1" noProof="0" dirty="0">
                <a:solidFill>
                  <a:schemeClr val="bg1"/>
                </a:solidFill>
              </a:rPr>
              <a:t> 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310D91A-9DAB-4633-7C5D-3159650D4788}"/>
              </a:ext>
            </a:extLst>
          </p:cNvPr>
          <p:cNvSpPr/>
          <p:nvPr/>
        </p:nvSpPr>
        <p:spPr>
          <a:xfrm>
            <a:off x="0" y="6498991"/>
            <a:ext cx="12192000" cy="359009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pic>
        <p:nvPicPr>
          <p:cNvPr id="8" name="Image 7" descr="F.INITIATIVES - Le Village by CA Aquitaine">
            <a:extLst>
              <a:ext uri="{FF2B5EF4-FFF2-40B4-BE49-F238E27FC236}">
                <a16:creationId xmlns:a16="http://schemas.microsoft.com/office/drawing/2014/main" id="{1CF3DA50-F824-1167-F8E1-ABA82CBD996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58008" y="98490"/>
            <a:ext cx="1369396" cy="815610"/>
          </a:xfrm>
          <a:prstGeom prst="rect">
            <a:avLst/>
          </a:prstGeom>
        </p:spPr>
      </p:pic>
      <p:pic>
        <p:nvPicPr>
          <p:cNvPr id="5" name="Image 4">
            <a:extLst>
              <a:ext uri="{FF2B5EF4-FFF2-40B4-BE49-F238E27FC236}">
                <a16:creationId xmlns:a16="http://schemas.microsoft.com/office/drawing/2014/main" id="{B534A7D0-C0E2-E0B5-B38C-94CD9BD8DF4D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9331" y="1072601"/>
            <a:ext cx="9575464" cy="5129712"/>
          </a:xfrm>
          <a:prstGeom prst="rect">
            <a:avLst/>
          </a:prstGeom>
        </p:spPr>
      </p:pic>
      <p:sp>
        <p:nvSpPr>
          <p:cNvPr id="3" name="ZoneTexte 2">
            <a:extLst>
              <a:ext uri="{FF2B5EF4-FFF2-40B4-BE49-F238E27FC236}">
                <a16:creationId xmlns:a16="http://schemas.microsoft.com/office/drawing/2014/main" id="{9F0835CA-0CEE-AD1E-E99C-8FC7B2F35598}"/>
              </a:ext>
            </a:extLst>
          </p:cNvPr>
          <p:cNvSpPr txBox="1"/>
          <p:nvPr/>
        </p:nvSpPr>
        <p:spPr>
          <a:xfrm>
            <a:off x="173447" y="1898519"/>
            <a:ext cx="11746915" cy="34778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sz="4400" dirty="0">
                <a:solidFill>
                  <a:srgbClr val="EE0000"/>
                </a:solidFill>
              </a:rPr>
              <a:t>Under </a:t>
            </a:r>
            <a:r>
              <a:rPr lang="fr-FR" sz="4400" dirty="0" err="1">
                <a:solidFill>
                  <a:srgbClr val="EE0000"/>
                </a:solidFill>
              </a:rPr>
              <a:t>vanishing</a:t>
            </a:r>
            <a:r>
              <a:rPr lang="fr-FR" sz="4400" dirty="0">
                <a:solidFill>
                  <a:srgbClr val="EE0000"/>
                </a:solidFill>
              </a:rPr>
              <a:t> </a:t>
            </a:r>
            <a:r>
              <a:rPr lang="fr-FR" sz="4400" dirty="0" err="1">
                <a:solidFill>
                  <a:srgbClr val="EE0000"/>
                </a:solidFill>
              </a:rPr>
              <a:t>evidence</a:t>
            </a:r>
            <a:r>
              <a:rPr lang="fr-FR" sz="4400" dirty="0">
                <a:solidFill>
                  <a:srgbClr val="EE0000"/>
                </a:solidFill>
              </a:rPr>
              <a:t>, </a:t>
            </a:r>
            <a:r>
              <a:rPr lang="fr-FR" sz="4400" dirty="0" err="1">
                <a:solidFill>
                  <a:srgbClr val="EE0000"/>
                </a:solidFill>
              </a:rPr>
              <a:t>models</a:t>
            </a:r>
            <a:r>
              <a:rPr lang="fr-FR" sz="4400" dirty="0">
                <a:solidFill>
                  <a:srgbClr val="EE0000"/>
                </a:solidFill>
              </a:rPr>
              <a:t> </a:t>
            </a:r>
            <a:r>
              <a:rPr lang="fr-FR" sz="4400" dirty="0" err="1">
                <a:solidFill>
                  <a:srgbClr val="EE0000"/>
                </a:solidFill>
              </a:rPr>
              <a:t>don't</a:t>
            </a:r>
            <a:r>
              <a:rPr lang="fr-FR" sz="4400" dirty="0">
                <a:solidFill>
                  <a:srgbClr val="EE0000"/>
                </a:solidFill>
              </a:rPr>
              <a:t> </a:t>
            </a:r>
            <a:r>
              <a:rPr lang="fr-FR" sz="4400" dirty="0" err="1">
                <a:solidFill>
                  <a:srgbClr val="EE0000"/>
                </a:solidFill>
              </a:rPr>
              <a:t>lengthen</a:t>
            </a:r>
            <a:r>
              <a:rPr lang="fr-FR" sz="4400" dirty="0">
                <a:solidFill>
                  <a:srgbClr val="EE0000"/>
                </a:solidFill>
              </a:rPr>
              <a:t> </a:t>
            </a:r>
            <a:r>
              <a:rPr lang="fr-FR" sz="4400" dirty="0" err="1">
                <a:solidFill>
                  <a:srgbClr val="EE0000"/>
                </a:solidFill>
              </a:rPr>
              <a:t>search</a:t>
            </a:r>
            <a:r>
              <a:rPr lang="fr-FR" sz="4400" dirty="0">
                <a:solidFill>
                  <a:srgbClr val="EE0000"/>
                </a:solidFill>
              </a:rPr>
              <a:t> </a:t>
            </a:r>
            <a:r>
              <a:rPr lang="fr-FR" sz="4400" dirty="0" err="1">
                <a:solidFill>
                  <a:srgbClr val="EE0000"/>
                </a:solidFill>
              </a:rPr>
              <a:t>gracefully</a:t>
            </a:r>
            <a:r>
              <a:rPr lang="fr-FR" sz="4400" dirty="0">
                <a:solidFill>
                  <a:srgbClr val="EE0000"/>
                </a:solidFill>
              </a:rPr>
              <a:t> like </a:t>
            </a:r>
            <a:r>
              <a:rPr lang="fr-FR" sz="4400" dirty="0" err="1">
                <a:solidFill>
                  <a:srgbClr val="EE0000"/>
                </a:solidFill>
              </a:rPr>
              <a:t>humans</a:t>
            </a:r>
            <a:r>
              <a:rPr lang="fr-FR" sz="4400" dirty="0">
                <a:solidFill>
                  <a:srgbClr val="EE0000"/>
                </a:solidFill>
              </a:rPr>
              <a:t>, </a:t>
            </a:r>
            <a:r>
              <a:rPr lang="fr-FR" sz="4400" dirty="0" err="1">
                <a:solidFill>
                  <a:srgbClr val="EE0000"/>
                </a:solidFill>
              </a:rPr>
              <a:t>they</a:t>
            </a:r>
            <a:r>
              <a:rPr lang="fr-FR" sz="4400" dirty="0">
                <a:solidFill>
                  <a:srgbClr val="EE0000"/>
                </a:solidFill>
              </a:rPr>
              <a:t> collapse </a:t>
            </a:r>
            <a:r>
              <a:rPr lang="fr-FR" sz="4400" dirty="0" err="1">
                <a:solidFill>
                  <a:srgbClr val="EE0000"/>
                </a:solidFill>
              </a:rPr>
              <a:t>into</a:t>
            </a:r>
            <a:r>
              <a:rPr lang="fr-FR" sz="4400" dirty="0">
                <a:solidFill>
                  <a:srgbClr val="EE0000"/>
                </a:solidFill>
              </a:rPr>
              <a:t> a default-</a:t>
            </a:r>
            <a:r>
              <a:rPr lang="fr-FR" sz="4400" dirty="0" err="1">
                <a:solidFill>
                  <a:srgbClr val="EE0000"/>
                </a:solidFill>
              </a:rPr>
              <a:t>negative</a:t>
            </a:r>
            <a:r>
              <a:rPr lang="fr-FR" sz="4400" dirty="0">
                <a:solidFill>
                  <a:srgbClr val="EE0000"/>
                </a:solidFill>
              </a:rPr>
              <a:t> </a:t>
            </a:r>
            <a:r>
              <a:rPr lang="fr-FR" sz="4400" dirty="0" err="1">
                <a:solidFill>
                  <a:srgbClr val="EE0000"/>
                </a:solidFill>
              </a:rPr>
              <a:t>response</a:t>
            </a:r>
            <a:r>
              <a:rPr lang="fr-FR" sz="4400" dirty="0">
                <a:solidFill>
                  <a:srgbClr val="EE0000"/>
                </a:solidFill>
              </a:rPr>
              <a:t>. </a:t>
            </a:r>
          </a:p>
          <a:p>
            <a:pPr algn="ctr"/>
            <a:endParaRPr lang="fr-FR" sz="4400" dirty="0">
              <a:solidFill>
                <a:srgbClr val="EE0000"/>
              </a:solidFill>
            </a:endParaRPr>
          </a:p>
          <a:p>
            <a:pPr algn="ctr"/>
            <a:r>
              <a:rPr lang="fr-FR" sz="4400" b="1" dirty="0">
                <a:solidFill>
                  <a:srgbClr val="EE0000"/>
                </a:solidFill>
              </a:rPr>
              <a:t>model-</a:t>
            </a:r>
            <a:r>
              <a:rPr lang="fr-FR" sz="4400" b="1" dirty="0" err="1">
                <a:solidFill>
                  <a:srgbClr val="EE0000"/>
                </a:solidFill>
              </a:rPr>
              <a:t>internal</a:t>
            </a:r>
            <a:r>
              <a:rPr lang="fr-FR" sz="4400" b="1" dirty="0">
                <a:solidFill>
                  <a:srgbClr val="EE0000"/>
                </a:solidFill>
              </a:rPr>
              <a:t> </a:t>
            </a:r>
            <a:r>
              <a:rPr lang="fr-FR" sz="4400" b="1" dirty="0" err="1">
                <a:solidFill>
                  <a:srgbClr val="EE0000"/>
                </a:solidFill>
              </a:rPr>
              <a:t>failure</a:t>
            </a:r>
            <a:r>
              <a:rPr lang="fr-FR" sz="4400" b="1" dirty="0">
                <a:solidFill>
                  <a:srgbClr val="EE0000"/>
                </a:solidFill>
              </a:rPr>
              <a:t> signature</a:t>
            </a:r>
          </a:p>
        </p:txBody>
      </p:sp>
    </p:spTree>
    <p:extLst>
      <p:ext uri="{BB962C8B-B14F-4D97-AF65-F5344CB8AC3E}">
        <p14:creationId xmlns:p14="http://schemas.microsoft.com/office/powerpoint/2010/main" val="19115144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5E0C64-DE31-F5E4-9C3C-F9CA14DD77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A1A0B0A2-FD78-1813-ACA8-DFBD1C47FBA5}"/>
              </a:ext>
            </a:extLst>
          </p:cNvPr>
          <p:cNvSpPr/>
          <p:nvPr/>
        </p:nvSpPr>
        <p:spPr>
          <a:xfrm>
            <a:off x="0" y="0"/>
            <a:ext cx="12192000" cy="1012591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3200" b="1" noProof="0" dirty="0">
                <a:solidFill>
                  <a:srgbClr val="FFFFFF"/>
                </a:solidFill>
              </a:rPr>
              <a:t>Key findings 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6800A64-BC0B-C375-E997-98259C19BE97}"/>
              </a:ext>
            </a:extLst>
          </p:cNvPr>
          <p:cNvSpPr/>
          <p:nvPr/>
        </p:nvSpPr>
        <p:spPr>
          <a:xfrm>
            <a:off x="0" y="6498991"/>
            <a:ext cx="12192000" cy="359009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pic>
        <p:nvPicPr>
          <p:cNvPr id="8" name="Image 7" descr="F.INITIATIVES - Le Village by CA Aquitaine">
            <a:extLst>
              <a:ext uri="{FF2B5EF4-FFF2-40B4-BE49-F238E27FC236}">
                <a16:creationId xmlns:a16="http://schemas.microsoft.com/office/drawing/2014/main" id="{668F40F2-4F6F-BBA3-6D03-42B534ED709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58008" y="98490"/>
            <a:ext cx="1369396" cy="815610"/>
          </a:xfrm>
          <a:prstGeom prst="rect">
            <a:avLst/>
          </a:prstGeom>
        </p:spPr>
      </p:pic>
      <p:graphicFrame>
        <p:nvGraphicFramePr>
          <p:cNvPr id="9" name="Diagramme 8">
            <a:extLst>
              <a:ext uri="{FF2B5EF4-FFF2-40B4-BE49-F238E27FC236}">
                <a16:creationId xmlns:a16="http://schemas.microsoft.com/office/drawing/2014/main" id="{D550E37A-5B69-71F6-EDDB-D9A2C1162B5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048323428"/>
              </p:ext>
            </p:extLst>
          </p:nvPr>
        </p:nvGraphicFramePr>
        <p:xfrm>
          <a:off x="646646" y="1630445"/>
          <a:ext cx="10745734" cy="452431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extLst>
      <p:ext uri="{BB962C8B-B14F-4D97-AF65-F5344CB8AC3E}">
        <p14:creationId xmlns:p14="http://schemas.microsoft.com/office/powerpoint/2010/main" val="199565600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9C7028-AD27-2652-A942-86D28D17D3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5B6BCF3A-185F-ECFD-BEC9-2096853427B3}"/>
              </a:ext>
            </a:extLst>
          </p:cNvPr>
          <p:cNvSpPr/>
          <p:nvPr/>
        </p:nvSpPr>
        <p:spPr>
          <a:xfrm>
            <a:off x="0" y="0"/>
            <a:ext cx="12192000" cy="1012591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3200" dirty="0">
                <a:effectLst/>
              </a:rPr>
              <a:t>A high </a:t>
            </a:r>
            <a:r>
              <a:rPr lang="fr-FR" sz="3200" dirty="0" err="1">
                <a:effectLst/>
              </a:rPr>
              <a:t>alignment</a:t>
            </a:r>
            <a:r>
              <a:rPr lang="fr-FR" sz="3200" dirty="0">
                <a:effectLst/>
              </a:rPr>
              <a:t> score </a:t>
            </a:r>
            <a:r>
              <a:rPr lang="fr-FR" sz="3200" dirty="0" err="1">
                <a:effectLst/>
              </a:rPr>
              <a:t>cannot</a:t>
            </a:r>
            <a:r>
              <a:rPr lang="fr-FR" sz="3200" dirty="0">
                <a:effectLst/>
              </a:rPr>
              <a:t> </a:t>
            </a:r>
            <a:r>
              <a:rPr lang="fr-FR" sz="3200" dirty="0" err="1">
                <a:effectLst/>
              </a:rPr>
              <a:t>certify</a:t>
            </a:r>
            <a:r>
              <a:rPr lang="fr-FR" sz="3200" dirty="0">
                <a:effectLst/>
              </a:rPr>
              <a:t> </a:t>
            </a:r>
            <a:r>
              <a:rPr lang="fr-FR" sz="3200" dirty="0" err="1">
                <a:effectLst/>
              </a:rPr>
              <a:t>human</a:t>
            </a:r>
            <a:r>
              <a:rPr lang="fr-FR" sz="3200" dirty="0">
                <a:effectLst/>
              </a:rPr>
              <a:t>-like vision</a:t>
            </a:r>
            <a:endParaRPr lang="fr-FR" sz="3200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AC9E5AA-2CF0-1A87-F8BD-39E731947B13}"/>
              </a:ext>
            </a:extLst>
          </p:cNvPr>
          <p:cNvSpPr/>
          <p:nvPr/>
        </p:nvSpPr>
        <p:spPr>
          <a:xfrm>
            <a:off x="0" y="6498991"/>
            <a:ext cx="12192000" cy="359009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pic>
        <p:nvPicPr>
          <p:cNvPr id="8" name="Image 7" descr="F.INITIATIVES - Le Village by CA Aquitaine">
            <a:extLst>
              <a:ext uri="{FF2B5EF4-FFF2-40B4-BE49-F238E27FC236}">
                <a16:creationId xmlns:a16="http://schemas.microsoft.com/office/drawing/2014/main" id="{606CE37E-CFE1-FC64-7E1E-87E250AF9B3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58008" y="98490"/>
            <a:ext cx="1369396" cy="815610"/>
          </a:xfrm>
          <a:prstGeom prst="rect">
            <a:avLst/>
          </a:prstGeom>
        </p:spPr>
      </p:pic>
      <p:graphicFrame>
        <p:nvGraphicFramePr>
          <p:cNvPr id="7" name="Diagramme 6">
            <a:extLst>
              <a:ext uri="{FF2B5EF4-FFF2-40B4-BE49-F238E27FC236}">
                <a16:creationId xmlns:a16="http://schemas.microsoft.com/office/drawing/2014/main" id="{A56BE83C-E991-B9C6-3F53-9D882316FBB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452293308"/>
              </p:ext>
            </p:extLst>
          </p:nvPr>
        </p:nvGraphicFramePr>
        <p:xfrm>
          <a:off x="1227383" y="1614008"/>
          <a:ext cx="9837471" cy="420992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extLst>
      <p:ext uri="{BB962C8B-B14F-4D97-AF65-F5344CB8AC3E}">
        <p14:creationId xmlns:p14="http://schemas.microsoft.com/office/powerpoint/2010/main" val="128902183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15857" y="270083"/>
            <a:ext cx="2451236" cy="1454400"/>
          </a:xfrm>
          <a:prstGeom prst="rect">
            <a:avLst/>
          </a:prstGeom>
        </p:spPr>
      </p:pic>
      <p:pic>
        <p:nvPicPr>
          <p:cNvPr id="10" name="Image 9">
            <a:extLst>
              <a:ext uri="{FF2B5EF4-FFF2-40B4-BE49-F238E27FC236}">
                <a16:creationId xmlns:a16="http://schemas.microsoft.com/office/drawing/2014/main" id="{52FA0C12-620B-FE73-5B46-8C70A26DBAC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11472" y="1994566"/>
            <a:ext cx="4969055" cy="470496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E8DFE4-0294-51A6-6E7D-5656DFBC6E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AAADDC7-E40F-AB0E-9EDE-8CF38637DE08}"/>
              </a:ext>
            </a:extLst>
          </p:cNvPr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pic>
        <p:nvPicPr>
          <p:cNvPr id="3" name="Picture 2" descr="image.png">
            <a:extLst>
              <a:ext uri="{FF2B5EF4-FFF2-40B4-BE49-F238E27FC236}">
                <a16:creationId xmlns:a16="http://schemas.microsoft.com/office/drawing/2014/main" id="{775EB9A3-3C7D-99D8-8D01-BBD7134293D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62488" y="100584"/>
            <a:ext cx="1371600" cy="813816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E3B6E55D-A859-9BCC-5F3A-FC4C802DD2F8}"/>
              </a:ext>
            </a:extLst>
          </p:cNvPr>
          <p:cNvSpPr txBox="1"/>
          <p:nvPr/>
        </p:nvSpPr>
        <p:spPr>
          <a:xfrm>
            <a:off x="1371600" y="206065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lang="en-US" sz="4200" b="1" noProof="0" dirty="0">
                <a:solidFill>
                  <a:srgbClr val="FFFFFF"/>
                </a:solidFill>
              </a:rPr>
              <a:t>Thank You!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39582FB-0156-ADAE-2E8C-82568A735A45}"/>
              </a:ext>
            </a:extLst>
          </p:cNvPr>
          <p:cNvSpPr txBox="1"/>
          <p:nvPr/>
        </p:nvSpPr>
        <p:spPr>
          <a:xfrm>
            <a:off x="1371600" y="1142362"/>
            <a:ext cx="9144000" cy="7284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lang="en-US" sz="2000" b="1" noProof="0" dirty="0">
                <a:solidFill>
                  <a:srgbClr val="92D050"/>
                </a:solidFill>
              </a:rPr>
              <a:t>Matched Outcomes, Divergent Gaze:</a:t>
            </a:r>
          </a:p>
          <a:p>
            <a:pPr algn="ctr">
              <a:spcAft>
                <a:spcPts val="400"/>
              </a:spcAft>
            </a:pPr>
            <a:r>
              <a:rPr lang="en-US" sz="1800" b="1" noProof="0" dirty="0">
                <a:solidFill>
                  <a:srgbClr val="92D050"/>
                </a:solidFill>
              </a:rPr>
              <a:t>How foveated MLLMs Search Compared to Humans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D87A00F-DD0D-895A-DFC6-72FC325C13C6}"/>
              </a:ext>
            </a:extLst>
          </p:cNvPr>
          <p:cNvSpPr txBox="1"/>
          <p:nvPr/>
        </p:nvSpPr>
        <p:spPr>
          <a:xfrm>
            <a:off x="373488" y="1908659"/>
            <a:ext cx="1124325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fontAlgn="base">
              <a:spcAft>
                <a:spcPts val="400"/>
              </a:spcAft>
            </a:pPr>
            <a:r>
              <a:rPr lang="en-US" sz="2800" b="1" dirty="0">
                <a:solidFill>
                  <a:schemeClr val="bg1"/>
                </a:solidFill>
              </a:rPr>
              <a:t>https://github.com/kmamine/MODG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24B314F-5B24-68A8-71F0-4A21F314EA86}"/>
              </a:ext>
            </a:extLst>
          </p:cNvPr>
          <p:cNvSpPr txBox="1"/>
          <p:nvPr/>
        </p:nvSpPr>
        <p:spPr>
          <a:xfrm>
            <a:off x="3657600" y="6125914"/>
            <a:ext cx="4572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lang="en-US" sz="3200" b="1" noProof="0" dirty="0">
                <a:solidFill>
                  <a:srgbClr val="92D050"/>
                </a:solidFill>
              </a:rPr>
              <a:t>Questions?</a:t>
            </a:r>
          </a:p>
        </p:txBody>
      </p:sp>
      <p:pic>
        <p:nvPicPr>
          <p:cNvPr id="10" name="Image 9">
            <a:extLst>
              <a:ext uri="{FF2B5EF4-FFF2-40B4-BE49-F238E27FC236}">
                <a16:creationId xmlns:a16="http://schemas.microsoft.com/office/drawing/2014/main" id="{B1E23933-B023-78E4-FC47-6B4CCAD0B54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61296" y="2471289"/>
            <a:ext cx="3562619" cy="35626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57911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6039</TotalTime>
  <Words>949</Words>
  <Application>Microsoft Office PowerPoint</Application>
  <PresentationFormat>Grand écran</PresentationFormat>
  <Paragraphs>114</Paragraphs>
  <Slides>38</Slides>
  <Notes>8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38</vt:i4>
      </vt:variant>
    </vt:vector>
  </HeadingPairs>
  <TitlesOfParts>
    <vt:vector size="42" baseType="lpstr">
      <vt:lpstr>Aptos</vt:lpstr>
      <vt:lpstr>Aptos Display</vt:lpstr>
      <vt:lpstr>Arial</vt:lpstr>
      <vt:lpstr>Thème Office</vt:lpstr>
      <vt:lpstr>Matched Outcomes, Divergent Gaze: How Foveated MLLMs Search Compared to Humans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Mohamed-Amine KERKOURI</dc:creator>
  <cp:lastModifiedBy>Mohamed-Amine KERKOURI</cp:lastModifiedBy>
  <cp:revision>9</cp:revision>
  <dcterms:created xsi:type="dcterms:W3CDTF">2026-09-08T04:34:26Z</dcterms:created>
  <dcterms:modified xsi:type="dcterms:W3CDTF">2026-09-15T10:01:34Z</dcterms:modified>
</cp:coreProperties>
</file>